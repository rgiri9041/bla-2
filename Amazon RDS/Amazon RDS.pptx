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5" r:id="rId5"/>
    <p:sldId id="264" r:id="rId6"/>
    <p:sldId id="263" r:id="rId7"/>
    <p:sldId id="262" r:id="rId8"/>
    <p:sldId id="261" r:id="rId9"/>
    <p:sldId id="260" r:id="rId10"/>
    <p:sldId id="259" r:id="rId11"/>
    <p:sldId id="258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>
        <p:scale>
          <a:sx n="80" d="100"/>
          <a:sy n="80" d="100"/>
        </p:scale>
        <p:origin x="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B83E-2E70-F970-CCCF-086C27A8C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BEB75C-3830-A8AD-8ADD-04D4C0895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3FB28-A06F-7BEF-CC79-15E8B4402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69D6-E546-4E5D-8127-7FF05D27EC91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8A464-2EE4-31C9-F745-CB73135BF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1A3A0-FEF6-1DC5-6A7F-379A7AE49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93E94-DE72-4F72-BDA6-776759540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256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AD2DC-30F8-CCE4-5C5F-DD4B33731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56062-46EB-2E16-E61E-033E8B837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A3481-40A2-CD5E-00D6-3F723DA9E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69D6-E546-4E5D-8127-7FF05D27EC91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8BD5D-4C8F-FE1E-A157-BF3A4B301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9BF00-9BE6-2A10-1A2C-365285667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93E94-DE72-4F72-BDA6-776759540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40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7EECB-89AC-CC70-B41E-4210CDECC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4D28E-A02B-80C7-7A4E-05B714108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09023-3ED9-9428-CEC3-AFE4D51C3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69D6-E546-4E5D-8127-7FF05D27EC91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7AA3B-A0BB-6F7B-F7EA-C8411C26E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02B9C-2E51-A3FA-706F-619C8A711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93E94-DE72-4F72-BDA6-776759540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98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F4084-7AA4-44D7-49A6-3FBA1CAC5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4E392-1796-F6FE-E488-42F8DC1B24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F64C8-9803-548D-45FB-808A8B6EB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29825B-B0FC-3656-269D-123065505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69D6-E546-4E5D-8127-7FF05D27EC91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622E1-00B5-B0C8-9100-99189F08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841A0-467B-50AB-2C51-A39F4544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93E94-DE72-4F72-BDA6-776759540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45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19BEA-9735-709A-B846-52ECE56D4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37680-6606-785C-C101-2E76A78F5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E22EE-52FB-A262-BC1B-95B372DCA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BAE9EF-5E9C-FA7E-99BA-A5A9CA92D2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2DD80B-16B3-93D0-DB84-26E3439B7D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FA37F6-6B63-9BC0-6735-E51849D77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69D6-E546-4E5D-8127-7FF05D27EC91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C9A104-7AA8-2B6F-999A-A72F554A0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52A32E-490D-FBCB-E563-54791D005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93E94-DE72-4F72-BDA6-776759540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483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32CE-B6C9-1222-C173-CD98F1653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B9BFAB-C2F6-5329-471A-EDD1938BB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69D6-E546-4E5D-8127-7FF05D27EC91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A64E58-2834-A214-D90E-F41ADBC23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152A8B-F594-32ED-6BE8-61F61A0D6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93E94-DE72-4F72-BDA6-776759540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694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DB8661-7E6D-11E3-C5B3-86E93605D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69D6-E546-4E5D-8127-7FF05D27EC91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D286B0-3275-64EB-C506-D37A64240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203F3-EBC4-6D48-D428-C190F652A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93E94-DE72-4F72-BDA6-776759540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534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3DD82-FE34-51B6-2D7C-692D9324A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A7A8F-063A-848C-578D-2D05ED0AB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19C16C-0E0C-D07E-D12E-97A38DA4D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B3CDE-F2D0-10DE-668E-4FA4B658C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69D6-E546-4E5D-8127-7FF05D27EC91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5FD20-AD59-DD05-D0F1-DAB7A45BA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BB2DC-7354-D27A-ED98-AA9C82852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93E94-DE72-4F72-BDA6-776759540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27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7745A-E6A2-A2DD-A326-0FF1FF33E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D3DAC2-789C-64EC-FA0F-C59E4996302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048D8-217C-F49A-C640-98E1C4251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BFACF5-4D3C-D36A-ABEF-E77981123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69D6-E546-4E5D-8127-7FF05D27EC91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8E08A2-7EAC-47D7-DB2D-6739B4DCF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99D6D-6CAC-D4DC-A152-EC464A97F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93E94-DE72-4F72-BDA6-776759540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822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E64F0-AC9D-B25E-3B66-082AAA1F9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9F8790-8E69-A05A-E610-C152FC308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82426-6D1C-1899-99E0-75D592825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69D6-E546-4E5D-8127-7FF05D27EC91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47C40-06A8-55EE-57C8-3E6C34826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95643-CD9E-57FB-2849-14FD86CE4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93E94-DE72-4F72-BDA6-776759540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013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F84C18-2878-9B6D-7AB7-520D5BD6B6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48BDCF-2030-6ED2-8223-624312722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25831-DE5A-E442-2B7A-980054C4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69D6-E546-4E5D-8127-7FF05D27EC91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76855-C2AC-D114-2259-A953F8296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39AD9-66D0-F7D9-FF08-1EB42B0BE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93E94-DE72-4F72-BDA6-776759540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688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260C7B-3076-97FA-2ABD-A1550B5D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87E9E-2940-C2CE-C306-8C922465B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71281-F8AD-7C26-7D31-3D57A7FB87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0969D6-E546-4E5D-8127-7FF05D27EC91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6A88C-15E6-5D3A-F44B-4EB772242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E39D6-62F7-BFE5-1D8E-E9D900874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F93E94-DE72-4F72-BDA6-776759540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39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thank-you-signage-2072165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3D2207-A7AD-314D-B2C6-A98775F7A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Amazon 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579389-4290-F8B3-9922-EEAF422473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GTech</a:t>
            </a:r>
          </a:p>
        </p:txBody>
      </p:sp>
    </p:spTree>
    <p:extLst>
      <p:ext uri="{BB962C8B-B14F-4D97-AF65-F5344CB8AC3E}">
        <p14:creationId xmlns:p14="http://schemas.microsoft.com/office/powerpoint/2010/main" val="17558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71F767-EF1B-2C1F-3866-D36776652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F9C2C-38A8-0DA4-6CEB-87D535E5B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What is Amazon RDS?</a:t>
            </a:r>
          </a:p>
          <a:p>
            <a:r>
              <a:rPr lang="en-US" sz="2000"/>
              <a:t>Why use amazon RDS?</a:t>
            </a:r>
          </a:p>
          <a:p>
            <a:r>
              <a:rPr lang="en-US" sz="2000"/>
              <a:t>RDS Storage Auto Scaling</a:t>
            </a:r>
          </a:p>
          <a:p>
            <a:r>
              <a:rPr lang="en-US" sz="2000"/>
              <a:t>RDS and Amazon S3</a:t>
            </a:r>
          </a:p>
          <a:p>
            <a:r>
              <a:rPr lang="en-US" sz="2000"/>
              <a:t>Amazon Aurora</a:t>
            </a:r>
          </a:p>
          <a:p>
            <a:r>
              <a:rPr lang="en-US" sz="2000"/>
              <a:t>Aurora High Availability and Read Scaling</a:t>
            </a:r>
          </a:p>
          <a:p>
            <a:r>
              <a:rPr lang="en-US" sz="2000"/>
              <a:t>Aurora features and Backtrack</a:t>
            </a:r>
          </a:p>
          <a:p>
            <a:r>
              <a:rPr lang="en-US" sz="2000"/>
              <a:t>Aurora as a Vector storage for RAG</a:t>
            </a:r>
          </a:p>
          <a:p>
            <a:r>
              <a:rPr lang="en-US" sz="200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917553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552831-CD6E-704F-318D-8EBA8B503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What is Amazon 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F9C5A-D216-495D-ADAD-C732A1418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Relational Database service</a:t>
            </a:r>
          </a:p>
          <a:p>
            <a:r>
              <a:rPr lang="en-US" sz="2000"/>
              <a:t>Managed database service</a:t>
            </a:r>
          </a:p>
          <a:p>
            <a:r>
              <a:rPr lang="en-US" sz="2000"/>
              <a:t>Uses SQL</a:t>
            </a:r>
          </a:p>
          <a:p>
            <a:r>
              <a:rPr lang="en-US" sz="2000"/>
              <a:t>AWS manages the database infrastructure</a:t>
            </a:r>
          </a:p>
          <a:p>
            <a:r>
              <a:rPr lang="en-US" sz="2000"/>
              <a:t>Supports multiple database engines</a:t>
            </a:r>
          </a:p>
          <a:p>
            <a:r>
              <a:rPr lang="en-US" sz="2000"/>
              <a:t>Useful for structured data</a:t>
            </a:r>
          </a:p>
          <a:p>
            <a:r>
              <a:rPr lang="en-US" sz="2000"/>
              <a:t>Integrates with other AWS services</a:t>
            </a:r>
          </a:p>
        </p:txBody>
      </p:sp>
    </p:spTree>
    <p:extLst>
      <p:ext uri="{BB962C8B-B14F-4D97-AF65-F5344CB8AC3E}">
        <p14:creationId xmlns:p14="http://schemas.microsoft.com/office/powerpoint/2010/main" val="177013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A5DCBC-9657-6E70-7FE4-A9507C655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Why RDS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1FF03-00E2-7A59-B306-BD569AF3E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/>
              <a:t>Automated provisioning</a:t>
            </a:r>
          </a:p>
          <a:p>
            <a:r>
              <a:rPr lang="en-US" sz="2400"/>
              <a:t>OS patching</a:t>
            </a:r>
          </a:p>
          <a:p>
            <a:r>
              <a:rPr lang="en-US" sz="2400"/>
              <a:t>Automated backups</a:t>
            </a:r>
          </a:p>
          <a:p>
            <a:r>
              <a:rPr lang="en-US" sz="2400"/>
              <a:t>Point-in-Time Restore</a:t>
            </a:r>
          </a:p>
          <a:p>
            <a:r>
              <a:rPr lang="en-US" sz="2400"/>
              <a:t>Monitoring dashboards</a:t>
            </a:r>
          </a:p>
          <a:p>
            <a:r>
              <a:rPr lang="en-US" sz="2400"/>
              <a:t>Maintenance windows</a:t>
            </a:r>
          </a:p>
          <a:p>
            <a:r>
              <a:rPr lang="en-US" sz="2400"/>
              <a:t>Multi-AZ support</a:t>
            </a:r>
          </a:p>
          <a:p>
            <a:r>
              <a:rPr lang="en-US" sz="2400"/>
              <a:t>Scaling capabilities</a:t>
            </a:r>
          </a:p>
        </p:txBody>
      </p:sp>
    </p:spTree>
    <p:extLst>
      <p:ext uri="{BB962C8B-B14F-4D97-AF65-F5344CB8AC3E}">
        <p14:creationId xmlns:p14="http://schemas.microsoft.com/office/powerpoint/2010/main" val="865062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4AE450-FD7F-0E76-9D9C-65AC01C21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RDS Storage Auto Scaling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EFA5C-6D7E-1421-6948-B496F7CD6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/>
              <a:t>Automatically increases database storage</a:t>
            </a:r>
          </a:p>
          <a:p>
            <a:r>
              <a:rPr lang="en-US" sz="2400"/>
              <a:t>Detects low free storage</a:t>
            </a:r>
          </a:p>
          <a:p>
            <a:r>
              <a:rPr lang="en-US" sz="2400"/>
              <a:t>Set a maximum storage threshold</a:t>
            </a:r>
          </a:p>
          <a:p>
            <a:r>
              <a:rPr lang="en-US" sz="2400"/>
              <a:t>Reduces manual intervention</a:t>
            </a:r>
          </a:p>
          <a:p>
            <a:r>
              <a:rPr lang="en-US" sz="2400"/>
              <a:t>Useful for unpredictable workloads</a:t>
            </a:r>
          </a:p>
          <a:p>
            <a:r>
              <a:rPr lang="en-US" sz="2400"/>
              <a:t>Supports RDS database engines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141377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91B515-57A4-336D-D815-3504D524A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RDS and Amazon S3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B2C88-AD80-6E7C-2E79-ED73DD76B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/>
              <a:t>RDS storages structured data</a:t>
            </a:r>
          </a:p>
          <a:p>
            <a:r>
              <a:rPr lang="en-US" sz="2400"/>
              <a:t>S3 stores large unstructured data</a:t>
            </a:r>
          </a:p>
          <a:p>
            <a:r>
              <a:rPr lang="en-US" sz="2400"/>
              <a:t>RDS can reference S3 content</a:t>
            </a:r>
          </a:p>
          <a:p>
            <a:r>
              <a:rPr lang="en-US" sz="2400"/>
              <a:t>Useful for document-based applications</a:t>
            </a:r>
          </a:p>
          <a:p>
            <a:r>
              <a:rPr lang="en-US" sz="2400"/>
              <a:t>Can support RAG architectures</a:t>
            </a:r>
          </a:p>
          <a:p>
            <a:r>
              <a:rPr lang="en-US" sz="2400"/>
              <a:t>Combines SQL queries with object storage</a:t>
            </a:r>
          </a:p>
        </p:txBody>
      </p:sp>
    </p:spTree>
    <p:extLst>
      <p:ext uri="{BB962C8B-B14F-4D97-AF65-F5344CB8AC3E}">
        <p14:creationId xmlns:p14="http://schemas.microsoft.com/office/powerpoint/2010/main" val="2153982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E7E198-98D0-F20C-5FC4-BDBB26ADC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Amazon Aurora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AE611-FE1B-CC9B-E6C2-908FF4653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/>
              <a:t>AWS proprietary relational database</a:t>
            </a:r>
          </a:p>
          <a:p>
            <a:r>
              <a:rPr lang="en-US" sz="2400"/>
              <a:t>Compatible with PostgreSQL and MySQL</a:t>
            </a:r>
          </a:p>
          <a:p>
            <a:r>
              <a:rPr lang="en-US" sz="2400"/>
              <a:t>Cloud-optimized</a:t>
            </a:r>
          </a:p>
          <a:p>
            <a:r>
              <a:rPr lang="en-US" sz="2400"/>
              <a:t>Automatic storage growth</a:t>
            </a:r>
          </a:p>
          <a:p>
            <a:r>
              <a:rPr lang="en-US" sz="2400"/>
              <a:t>Supports read replicas</a:t>
            </a:r>
          </a:p>
          <a:p>
            <a:r>
              <a:rPr lang="en-US" sz="2400"/>
              <a:t>High availability</a:t>
            </a:r>
          </a:p>
          <a:p>
            <a:r>
              <a:rPr lang="en-US" sz="2400"/>
              <a:t>Cross-Region replication</a:t>
            </a:r>
          </a:p>
        </p:txBody>
      </p:sp>
    </p:spTree>
    <p:extLst>
      <p:ext uri="{BB962C8B-B14F-4D97-AF65-F5344CB8AC3E}">
        <p14:creationId xmlns:p14="http://schemas.microsoft.com/office/powerpoint/2010/main" val="3844562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DFAE5F-36C3-8ACF-7D42-5A3EF8FD6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Aurora High Availability and Read Scaling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150A4-3367-5271-4570-AAC6AB1B5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/>
              <a:t>Data copies across 3 Availability Zones</a:t>
            </a:r>
          </a:p>
          <a:p>
            <a:r>
              <a:rPr lang="en-US" sz="2400"/>
              <a:t>Shared storage architecture</a:t>
            </a:r>
          </a:p>
          <a:p>
            <a:r>
              <a:rPr lang="en-US" sz="2400"/>
              <a:t>Self-healing storage</a:t>
            </a:r>
          </a:p>
          <a:p>
            <a:r>
              <a:rPr lang="en-US" sz="2400"/>
              <a:t>One write instance </a:t>
            </a:r>
          </a:p>
          <a:p>
            <a:r>
              <a:rPr lang="en-US" sz="2400"/>
              <a:t>Multiple read replicas</a:t>
            </a:r>
          </a:p>
          <a:p>
            <a:r>
              <a:rPr lang="en-US" sz="2400"/>
              <a:t>Reader endpoint</a:t>
            </a:r>
          </a:p>
          <a:p>
            <a:r>
              <a:rPr lang="en-US" sz="2400"/>
              <a:t>Automated failover</a:t>
            </a:r>
          </a:p>
        </p:txBody>
      </p:sp>
    </p:spTree>
    <p:extLst>
      <p:ext uri="{BB962C8B-B14F-4D97-AF65-F5344CB8AC3E}">
        <p14:creationId xmlns:p14="http://schemas.microsoft.com/office/powerpoint/2010/main" val="577885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9FCC02-6159-60C9-6B81-D3CC3BCF6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Aurora Features and Backtrack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290A6-B6B8-9957-F42A-93167A669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/>
              <a:t>Automatic failover</a:t>
            </a:r>
          </a:p>
          <a:p>
            <a:r>
              <a:rPr lang="en-US" sz="2400"/>
              <a:t>Backup and recovery</a:t>
            </a:r>
          </a:p>
          <a:p>
            <a:r>
              <a:rPr lang="en-US" sz="2400"/>
              <a:t>Security and isolation</a:t>
            </a:r>
          </a:p>
          <a:p>
            <a:r>
              <a:rPr lang="en-US" sz="2400"/>
              <a:t>Compliance support</a:t>
            </a:r>
          </a:p>
          <a:p>
            <a:r>
              <a:rPr lang="en-US" sz="2400"/>
              <a:t>Push-button scaling</a:t>
            </a:r>
          </a:p>
          <a:p>
            <a:r>
              <a:rPr lang="en-US" sz="2400"/>
              <a:t>Automated patching</a:t>
            </a:r>
          </a:p>
          <a:p>
            <a:r>
              <a:rPr lang="en-US" sz="2400"/>
              <a:t>Advanced monitoring</a:t>
            </a:r>
          </a:p>
          <a:p>
            <a:r>
              <a:rPr lang="en-US" sz="2400"/>
              <a:t>Routine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45276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261059-3AF3-3C3B-B31E-1CBEE7D7F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Aurora as a Vector Store for RAG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44A20-7957-22CE-F446-64C02425E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 dirty="0"/>
              <a:t>Support </a:t>
            </a:r>
            <a:r>
              <a:rPr lang="en-US" sz="2400" dirty="0" err="1"/>
              <a:t>pgvector</a:t>
            </a:r>
            <a:endParaRPr lang="en-US" sz="2400" dirty="0"/>
          </a:p>
          <a:p>
            <a:r>
              <a:rPr lang="en-US" sz="2400" dirty="0"/>
              <a:t>Store vectors with relational data</a:t>
            </a:r>
          </a:p>
          <a:p>
            <a:r>
              <a:rPr lang="en-US" sz="2400" dirty="0"/>
              <a:t>Similarity search</a:t>
            </a:r>
          </a:p>
          <a:p>
            <a:r>
              <a:rPr lang="en-US" sz="2400" dirty="0" err="1"/>
              <a:t>Consine</a:t>
            </a:r>
            <a:r>
              <a:rPr lang="en-US" sz="2400" dirty="0"/>
              <a:t> distance</a:t>
            </a:r>
          </a:p>
          <a:p>
            <a:r>
              <a:rPr lang="en-US" sz="2400" dirty="0"/>
              <a:t>L2 distance</a:t>
            </a:r>
          </a:p>
          <a:p>
            <a:r>
              <a:rPr lang="en-US" sz="2400" dirty="0"/>
              <a:t>Inner product</a:t>
            </a:r>
          </a:p>
          <a:p>
            <a:r>
              <a:rPr lang="en-US" sz="2400" dirty="0"/>
              <a:t>Useful for small/medium RAG systems</a:t>
            </a:r>
          </a:p>
          <a:p>
            <a:r>
              <a:rPr lang="en-US" sz="2400" dirty="0"/>
              <a:t>Structure and vector data in one place</a:t>
            </a:r>
          </a:p>
        </p:txBody>
      </p:sp>
    </p:spTree>
    <p:extLst>
      <p:ext uri="{BB962C8B-B14F-4D97-AF65-F5344CB8AC3E}">
        <p14:creationId xmlns:p14="http://schemas.microsoft.com/office/powerpoint/2010/main" val="1717410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2273C-0F2E-1096-78C0-C5B2EE1B8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Conclusion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8444B-410B-5CCC-6FB7-5C172246C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/>
              <a:t>Managed relational database</a:t>
            </a:r>
          </a:p>
          <a:p>
            <a:r>
              <a:rPr lang="en-US" sz="2400"/>
              <a:t>Supports multiple SQL database engines</a:t>
            </a:r>
          </a:p>
          <a:p>
            <a:r>
              <a:rPr lang="en-US" sz="2400"/>
              <a:t>Automated backups and maintenance</a:t>
            </a:r>
          </a:p>
          <a:p>
            <a:r>
              <a:rPr lang="en-US" sz="2400"/>
              <a:t>Read replicas improve read performance</a:t>
            </a:r>
          </a:p>
          <a:p>
            <a:r>
              <a:rPr lang="en-US" sz="2400"/>
              <a:t>Mulit-AZ supports high availability</a:t>
            </a:r>
          </a:p>
          <a:p>
            <a:r>
              <a:rPr lang="en-US" sz="2400"/>
              <a:t>Storage Auto Scaling handles growth</a:t>
            </a:r>
          </a:p>
          <a:p>
            <a:r>
              <a:rPr lang="en-US" sz="2400"/>
              <a:t>Aurora provides AWS cloud-optimized capabilities</a:t>
            </a:r>
          </a:p>
          <a:p>
            <a:r>
              <a:rPr lang="en-US" sz="2400"/>
              <a:t>Aurora can support vector search for RAG</a:t>
            </a:r>
          </a:p>
        </p:txBody>
      </p:sp>
    </p:spTree>
    <p:extLst>
      <p:ext uri="{BB962C8B-B14F-4D97-AF65-F5344CB8AC3E}">
        <p14:creationId xmlns:p14="http://schemas.microsoft.com/office/powerpoint/2010/main" val="2112030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CBBC78-596D-6F47-B6E2-FC4F815269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804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296</Words>
  <Application>Microsoft Office PowerPoint</Application>
  <PresentationFormat>Widescreen</PresentationFormat>
  <Paragraphs>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Amazon RDS</vt:lpstr>
      <vt:lpstr>Content</vt:lpstr>
      <vt:lpstr>What is Amazon RDS</vt:lpstr>
      <vt:lpstr>Why RDS</vt:lpstr>
      <vt:lpstr>RDS Storage Auto Scaling</vt:lpstr>
      <vt:lpstr>RDS and Amazon S3</vt:lpstr>
      <vt:lpstr>Amazon Aurora</vt:lpstr>
      <vt:lpstr>Aurora High Availability and Read Scaling</vt:lpstr>
      <vt:lpstr>Aurora Features and Backtrack</vt:lpstr>
      <vt:lpstr>Aurora as a Vector Store for RAG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 Kumar Giri</dc:creator>
  <cp:lastModifiedBy>Raj Kumar Giri</cp:lastModifiedBy>
  <cp:revision>2</cp:revision>
  <dcterms:created xsi:type="dcterms:W3CDTF">2026-09-29T22:07:49Z</dcterms:created>
  <dcterms:modified xsi:type="dcterms:W3CDTF">2026-09-30T20:57:06Z</dcterms:modified>
</cp:coreProperties>
</file>