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 Kumar Giri" userId="5a6d30a4971b3479" providerId="LiveId" clId="{6818CD3E-EC75-456D-92BD-D5F72A539070}"/>
    <pc:docChg chg="custSel modSld">
      <pc:chgData name="Raj Kumar Giri" userId="5a6d30a4971b3479" providerId="LiveId" clId="{6818CD3E-EC75-456D-92BD-D5F72A539070}" dt="2026-09-30T20:58:40.338" v="9" actId="26606"/>
      <pc:docMkLst>
        <pc:docMk/>
      </pc:docMkLst>
      <pc:sldChg chg="addSp modSp mod setBg">
        <pc:chgData name="Raj Kumar Giri" userId="5a6d30a4971b3479" providerId="LiveId" clId="{6818CD3E-EC75-456D-92BD-D5F72A539070}" dt="2026-09-30T20:57:53.143" v="0" actId="26606"/>
        <pc:sldMkLst>
          <pc:docMk/>
          <pc:sldMk cId="2039385929" sldId="256"/>
        </pc:sldMkLst>
        <pc:spChg chg="mod">
          <ac:chgData name="Raj Kumar Giri" userId="5a6d30a4971b3479" providerId="LiveId" clId="{6818CD3E-EC75-456D-92BD-D5F72A539070}" dt="2026-09-30T20:57:53.143" v="0" actId="26606"/>
          <ac:spMkLst>
            <pc:docMk/>
            <pc:sldMk cId="2039385929" sldId="256"/>
            <ac:spMk id="2" creationId="{4DFB9E6F-00B2-6232-548F-CD69E68A4933}"/>
          </ac:spMkLst>
        </pc:spChg>
        <pc:spChg chg="mod">
          <ac:chgData name="Raj Kumar Giri" userId="5a6d30a4971b3479" providerId="LiveId" clId="{6818CD3E-EC75-456D-92BD-D5F72A539070}" dt="2026-09-30T20:57:53.143" v="0" actId="26606"/>
          <ac:spMkLst>
            <pc:docMk/>
            <pc:sldMk cId="2039385929" sldId="256"/>
            <ac:spMk id="3" creationId="{9A8FC802-9024-F5FB-62B0-9EC455A4F544}"/>
          </ac:spMkLst>
        </pc:spChg>
        <pc:spChg chg="add">
          <ac:chgData name="Raj Kumar Giri" userId="5a6d30a4971b3479" providerId="LiveId" clId="{6818CD3E-EC75-456D-92BD-D5F72A539070}" dt="2026-09-30T20:57:53.143" v="0" actId="26606"/>
          <ac:spMkLst>
            <pc:docMk/>
            <pc:sldMk cId="2039385929" sldId="256"/>
            <ac:spMk id="8" creationId="{787F4F1C-8D3D-4EC1-B72D-A0470A5A08B8}"/>
          </ac:spMkLst>
        </pc:spChg>
        <pc:grpChg chg="add">
          <ac:chgData name="Raj Kumar Giri" userId="5a6d30a4971b3479" providerId="LiveId" clId="{6818CD3E-EC75-456D-92BD-D5F72A539070}" dt="2026-09-30T20:57:53.143" v="0" actId="26606"/>
          <ac:grpSpMkLst>
            <pc:docMk/>
            <pc:sldMk cId="2039385929" sldId="256"/>
            <ac:grpSpMk id="10" creationId="{D1E3DD61-64DB-46AD-B249-E273CD86B051}"/>
          </ac:grpSpMkLst>
        </pc:grpChg>
      </pc:sldChg>
      <pc:sldChg chg="addSp modSp mod setBg">
        <pc:chgData name="Raj Kumar Giri" userId="5a6d30a4971b3479" providerId="LiveId" clId="{6818CD3E-EC75-456D-92BD-D5F72A539070}" dt="2026-09-30T20:57:59.729" v="1" actId="26606"/>
        <pc:sldMkLst>
          <pc:docMk/>
          <pc:sldMk cId="1374310505" sldId="257"/>
        </pc:sldMkLst>
        <pc:spChg chg="mod">
          <ac:chgData name="Raj Kumar Giri" userId="5a6d30a4971b3479" providerId="LiveId" clId="{6818CD3E-EC75-456D-92BD-D5F72A539070}" dt="2026-09-30T20:57:59.729" v="1" actId="26606"/>
          <ac:spMkLst>
            <pc:docMk/>
            <pc:sldMk cId="1374310505" sldId="257"/>
            <ac:spMk id="2" creationId="{68400232-0042-FEEA-4D1E-585042EC84BE}"/>
          </ac:spMkLst>
        </pc:spChg>
        <pc:spChg chg="mod">
          <ac:chgData name="Raj Kumar Giri" userId="5a6d30a4971b3479" providerId="LiveId" clId="{6818CD3E-EC75-456D-92BD-D5F72A539070}" dt="2026-09-30T20:57:59.729" v="1" actId="26606"/>
          <ac:spMkLst>
            <pc:docMk/>
            <pc:sldMk cId="1374310505" sldId="257"/>
            <ac:spMk id="3" creationId="{307F7888-CA78-C2C8-4F99-E171B2D7170B}"/>
          </ac:spMkLst>
        </pc:spChg>
        <pc:spChg chg="add">
          <ac:chgData name="Raj Kumar Giri" userId="5a6d30a4971b3479" providerId="LiveId" clId="{6818CD3E-EC75-456D-92BD-D5F72A539070}" dt="2026-09-30T20:57:59.729" v="1" actId="26606"/>
          <ac:spMkLst>
            <pc:docMk/>
            <pc:sldMk cId="1374310505" sldId="257"/>
            <ac:spMk id="8" creationId="{70DFC902-7D23-471A-B557-B6B6917D7A0D}"/>
          </ac:spMkLst>
        </pc:spChg>
        <pc:spChg chg="add">
          <ac:chgData name="Raj Kumar Giri" userId="5a6d30a4971b3479" providerId="LiveId" clId="{6818CD3E-EC75-456D-92BD-D5F72A539070}" dt="2026-09-30T20:57:59.729" v="1" actId="26606"/>
          <ac:spMkLst>
            <pc:docMk/>
            <pc:sldMk cId="1374310505" sldId="257"/>
            <ac:spMk id="10" creationId="{A55D5633-D557-4DCA-982C-FF36EB7A1C00}"/>
          </ac:spMkLst>
        </pc:spChg>
        <pc:spChg chg="add">
          <ac:chgData name="Raj Kumar Giri" userId="5a6d30a4971b3479" providerId="LiveId" clId="{6818CD3E-EC75-456D-92BD-D5F72A539070}" dt="2026-09-30T20:57:59.729" v="1" actId="26606"/>
          <ac:spMkLst>
            <pc:docMk/>
            <pc:sldMk cId="1374310505" sldId="257"/>
            <ac:spMk id="12" creationId="{450D3AD2-FA80-415F-A9CE-54D884561CD7}"/>
          </ac:spMkLst>
        </pc:spChg>
      </pc:sldChg>
      <pc:sldChg chg="addSp modSp mod setBg">
        <pc:chgData name="Raj Kumar Giri" userId="5a6d30a4971b3479" providerId="LiveId" clId="{6818CD3E-EC75-456D-92BD-D5F72A539070}" dt="2026-09-30T20:58:05.267" v="2" actId="26606"/>
        <pc:sldMkLst>
          <pc:docMk/>
          <pc:sldMk cId="1990501832" sldId="258"/>
        </pc:sldMkLst>
        <pc:spChg chg="mod">
          <ac:chgData name="Raj Kumar Giri" userId="5a6d30a4971b3479" providerId="LiveId" clId="{6818CD3E-EC75-456D-92BD-D5F72A539070}" dt="2026-09-30T20:58:05.267" v="2" actId="26606"/>
          <ac:spMkLst>
            <pc:docMk/>
            <pc:sldMk cId="1990501832" sldId="258"/>
            <ac:spMk id="2" creationId="{BB5361AF-1C85-AFF8-F80B-CDB434BAADDB}"/>
          </ac:spMkLst>
        </pc:spChg>
        <pc:spChg chg="mod">
          <ac:chgData name="Raj Kumar Giri" userId="5a6d30a4971b3479" providerId="LiveId" clId="{6818CD3E-EC75-456D-92BD-D5F72A539070}" dt="2026-09-30T20:58:05.267" v="2" actId="26606"/>
          <ac:spMkLst>
            <pc:docMk/>
            <pc:sldMk cId="1990501832" sldId="258"/>
            <ac:spMk id="3" creationId="{059BE366-7AC2-4E37-BA89-F17A766A1A22}"/>
          </ac:spMkLst>
        </pc:spChg>
        <pc:spChg chg="add">
          <ac:chgData name="Raj Kumar Giri" userId="5a6d30a4971b3479" providerId="LiveId" clId="{6818CD3E-EC75-456D-92BD-D5F72A539070}" dt="2026-09-30T20:58:05.267" v="2" actId="26606"/>
          <ac:spMkLst>
            <pc:docMk/>
            <pc:sldMk cId="1990501832" sldId="258"/>
            <ac:spMk id="8" creationId="{70DFC902-7D23-471A-B557-B6B6917D7A0D}"/>
          </ac:spMkLst>
        </pc:spChg>
        <pc:spChg chg="add">
          <ac:chgData name="Raj Kumar Giri" userId="5a6d30a4971b3479" providerId="LiveId" clId="{6818CD3E-EC75-456D-92BD-D5F72A539070}" dt="2026-09-30T20:58:05.267" v="2" actId="26606"/>
          <ac:spMkLst>
            <pc:docMk/>
            <pc:sldMk cId="1990501832" sldId="258"/>
            <ac:spMk id="10" creationId="{A55D5633-D557-4DCA-982C-FF36EB7A1C00}"/>
          </ac:spMkLst>
        </pc:spChg>
        <pc:spChg chg="add">
          <ac:chgData name="Raj Kumar Giri" userId="5a6d30a4971b3479" providerId="LiveId" clId="{6818CD3E-EC75-456D-92BD-D5F72A539070}" dt="2026-09-30T20:58:05.267" v="2" actId="26606"/>
          <ac:spMkLst>
            <pc:docMk/>
            <pc:sldMk cId="1990501832" sldId="258"/>
            <ac:spMk id="12" creationId="{450D3AD2-FA80-415F-A9CE-54D884561CD7}"/>
          </ac:spMkLst>
        </pc:spChg>
      </pc:sldChg>
      <pc:sldChg chg="addSp modSp mod setBg">
        <pc:chgData name="Raj Kumar Giri" userId="5a6d30a4971b3479" providerId="LiveId" clId="{6818CD3E-EC75-456D-92BD-D5F72A539070}" dt="2026-09-30T20:58:10.940" v="3" actId="26606"/>
        <pc:sldMkLst>
          <pc:docMk/>
          <pc:sldMk cId="2979081290" sldId="259"/>
        </pc:sldMkLst>
        <pc:spChg chg="mod">
          <ac:chgData name="Raj Kumar Giri" userId="5a6d30a4971b3479" providerId="LiveId" clId="{6818CD3E-EC75-456D-92BD-D5F72A539070}" dt="2026-09-30T20:58:10.940" v="3" actId="26606"/>
          <ac:spMkLst>
            <pc:docMk/>
            <pc:sldMk cId="2979081290" sldId="259"/>
            <ac:spMk id="2" creationId="{9BB8E8C6-81DB-FD49-9928-0E565546D639}"/>
          </ac:spMkLst>
        </pc:spChg>
        <pc:spChg chg="mod">
          <ac:chgData name="Raj Kumar Giri" userId="5a6d30a4971b3479" providerId="LiveId" clId="{6818CD3E-EC75-456D-92BD-D5F72A539070}" dt="2026-09-30T20:58:10.940" v="3" actId="26606"/>
          <ac:spMkLst>
            <pc:docMk/>
            <pc:sldMk cId="2979081290" sldId="259"/>
            <ac:spMk id="3" creationId="{FB84FD07-8599-62DD-E266-DB443D626175}"/>
          </ac:spMkLst>
        </pc:spChg>
        <pc:spChg chg="add">
          <ac:chgData name="Raj Kumar Giri" userId="5a6d30a4971b3479" providerId="LiveId" clId="{6818CD3E-EC75-456D-92BD-D5F72A539070}" dt="2026-09-30T20:58:10.940" v="3" actId="26606"/>
          <ac:spMkLst>
            <pc:docMk/>
            <pc:sldMk cId="2979081290" sldId="259"/>
            <ac:spMk id="8" creationId="{70DFC902-7D23-471A-B557-B6B6917D7A0D}"/>
          </ac:spMkLst>
        </pc:spChg>
        <pc:spChg chg="add">
          <ac:chgData name="Raj Kumar Giri" userId="5a6d30a4971b3479" providerId="LiveId" clId="{6818CD3E-EC75-456D-92BD-D5F72A539070}" dt="2026-09-30T20:58:10.940" v="3" actId="26606"/>
          <ac:spMkLst>
            <pc:docMk/>
            <pc:sldMk cId="2979081290" sldId="259"/>
            <ac:spMk id="10" creationId="{A55D5633-D557-4DCA-982C-FF36EB7A1C00}"/>
          </ac:spMkLst>
        </pc:spChg>
        <pc:spChg chg="add">
          <ac:chgData name="Raj Kumar Giri" userId="5a6d30a4971b3479" providerId="LiveId" clId="{6818CD3E-EC75-456D-92BD-D5F72A539070}" dt="2026-09-30T20:58:10.940" v="3" actId="26606"/>
          <ac:spMkLst>
            <pc:docMk/>
            <pc:sldMk cId="2979081290" sldId="259"/>
            <ac:spMk id="12" creationId="{450D3AD2-FA80-415F-A9CE-54D884561CD7}"/>
          </ac:spMkLst>
        </pc:spChg>
      </pc:sldChg>
      <pc:sldChg chg="addSp modSp mod setBg">
        <pc:chgData name="Raj Kumar Giri" userId="5a6d30a4971b3479" providerId="LiveId" clId="{6818CD3E-EC75-456D-92BD-D5F72A539070}" dt="2026-09-30T20:58:15.628" v="4" actId="26606"/>
        <pc:sldMkLst>
          <pc:docMk/>
          <pc:sldMk cId="548739373" sldId="260"/>
        </pc:sldMkLst>
        <pc:spChg chg="mod">
          <ac:chgData name="Raj Kumar Giri" userId="5a6d30a4971b3479" providerId="LiveId" clId="{6818CD3E-EC75-456D-92BD-D5F72A539070}" dt="2026-09-30T20:58:15.628" v="4" actId="26606"/>
          <ac:spMkLst>
            <pc:docMk/>
            <pc:sldMk cId="548739373" sldId="260"/>
            <ac:spMk id="2" creationId="{B476B257-E116-B81F-0FFB-1AA46DF63032}"/>
          </ac:spMkLst>
        </pc:spChg>
        <pc:spChg chg="mod">
          <ac:chgData name="Raj Kumar Giri" userId="5a6d30a4971b3479" providerId="LiveId" clId="{6818CD3E-EC75-456D-92BD-D5F72A539070}" dt="2026-09-30T20:58:15.628" v="4" actId="26606"/>
          <ac:spMkLst>
            <pc:docMk/>
            <pc:sldMk cId="548739373" sldId="260"/>
            <ac:spMk id="3" creationId="{0513F8F7-423D-87F4-BD32-CA93A2079B78}"/>
          </ac:spMkLst>
        </pc:spChg>
        <pc:spChg chg="add">
          <ac:chgData name="Raj Kumar Giri" userId="5a6d30a4971b3479" providerId="LiveId" clId="{6818CD3E-EC75-456D-92BD-D5F72A539070}" dt="2026-09-30T20:58:15.628" v="4" actId="26606"/>
          <ac:spMkLst>
            <pc:docMk/>
            <pc:sldMk cId="548739373" sldId="260"/>
            <ac:spMk id="8" creationId="{70DFC902-7D23-471A-B557-B6B6917D7A0D}"/>
          </ac:spMkLst>
        </pc:spChg>
        <pc:spChg chg="add">
          <ac:chgData name="Raj Kumar Giri" userId="5a6d30a4971b3479" providerId="LiveId" clId="{6818CD3E-EC75-456D-92BD-D5F72A539070}" dt="2026-09-30T20:58:15.628" v="4" actId="26606"/>
          <ac:spMkLst>
            <pc:docMk/>
            <pc:sldMk cId="548739373" sldId="260"/>
            <ac:spMk id="10" creationId="{A55D5633-D557-4DCA-982C-FF36EB7A1C00}"/>
          </ac:spMkLst>
        </pc:spChg>
        <pc:spChg chg="add">
          <ac:chgData name="Raj Kumar Giri" userId="5a6d30a4971b3479" providerId="LiveId" clId="{6818CD3E-EC75-456D-92BD-D5F72A539070}" dt="2026-09-30T20:58:15.628" v="4" actId="26606"/>
          <ac:spMkLst>
            <pc:docMk/>
            <pc:sldMk cId="548739373" sldId="260"/>
            <ac:spMk id="12" creationId="{450D3AD2-FA80-415F-A9CE-54D884561CD7}"/>
          </ac:spMkLst>
        </pc:spChg>
      </pc:sldChg>
      <pc:sldChg chg="addSp modSp mod setBg">
        <pc:chgData name="Raj Kumar Giri" userId="5a6d30a4971b3479" providerId="LiveId" clId="{6818CD3E-EC75-456D-92BD-D5F72A539070}" dt="2026-09-30T20:58:20.769" v="5" actId="26606"/>
        <pc:sldMkLst>
          <pc:docMk/>
          <pc:sldMk cId="719882927" sldId="261"/>
        </pc:sldMkLst>
        <pc:spChg chg="mod">
          <ac:chgData name="Raj Kumar Giri" userId="5a6d30a4971b3479" providerId="LiveId" clId="{6818CD3E-EC75-456D-92BD-D5F72A539070}" dt="2026-09-30T20:58:20.769" v="5" actId="26606"/>
          <ac:spMkLst>
            <pc:docMk/>
            <pc:sldMk cId="719882927" sldId="261"/>
            <ac:spMk id="2" creationId="{1E67534C-430B-4D19-FE3B-06972B6F6E63}"/>
          </ac:spMkLst>
        </pc:spChg>
        <pc:spChg chg="mod">
          <ac:chgData name="Raj Kumar Giri" userId="5a6d30a4971b3479" providerId="LiveId" clId="{6818CD3E-EC75-456D-92BD-D5F72A539070}" dt="2026-09-30T20:58:20.769" v="5" actId="26606"/>
          <ac:spMkLst>
            <pc:docMk/>
            <pc:sldMk cId="719882927" sldId="261"/>
            <ac:spMk id="3" creationId="{85FF54FE-CBA8-C89E-CB0C-59E841BEE579}"/>
          </ac:spMkLst>
        </pc:spChg>
        <pc:spChg chg="add">
          <ac:chgData name="Raj Kumar Giri" userId="5a6d30a4971b3479" providerId="LiveId" clId="{6818CD3E-EC75-456D-92BD-D5F72A539070}" dt="2026-09-30T20:58:20.769" v="5" actId="26606"/>
          <ac:spMkLst>
            <pc:docMk/>
            <pc:sldMk cId="719882927" sldId="261"/>
            <ac:spMk id="8" creationId="{70DFC902-7D23-471A-B557-B6B6917D7A0D}"/>
          </ac:spMkLst>
        </pc:spChg>
        <pc:spChg chg="add">
          <ac:chgData name="Raj Kumar Giri" userId="5a6d30a4971b3479" providerId="LiveId" clId="{6818CD3E-EC75-456D-92BD-D5F72A539070}" dt="2026-09-30T20:58:20.769" v="5" actId="26606"/>
          <ac:spMkLst>
            <pc:docMk/>
            <pc:sldMk cId="719882927" sldId="261"/>
            <ac:spMk id="10" creationId="{A55D5633-D557-4DCA-982C-FF36EB7A1C00}"/>
          </ac:spMkLst>
        </pc:spChg>
        <pc:spChg chg="add">
          <ac:chgData name="Raj Kumar Giri" userId="5a6d30a4971b3479" providerId="LiveId" clId="{6818CD3E-EC75-456D-92BD-D5F72A539070}" dt="2026-09-30T20:58:20.769" v="5" actId="26606"/>
          <ac:spMkLst>
            <pc:docMk/>
            <pc:sldMk cId="719882927" sldId="261"/>
            <ac:spMk id="12" creationId="{450D3AD2-FA80-415F-A9CE-54D884561CD7}"/>
          </ac:spMkLst>
        </pc:spChg>
      </pc:sldChg>
      <pc:sldChg chg="addSp modSp mod setBg">
        <pc:chgData name="Raj Kumar Giri" userId="5a6d30a4971b3479" providerId="LiveId" clId="{6818CD3E-EC75-456D-92BD-D5F72A539070}" dt="2026-09-30T20:58:25.869" v="6" actId="26606"/>
        <pc:sldMkLst>
          <pc:docMk/>
          <pc:sldMk cId="1791645611" sldId="262"/>
        </pc:sldMkLst>
        <pc:spChg chg="mod">
          <ac:chgData name="Raj Kumar Giri" userId="5a6d30a4971b3479" providerId="LiveId" clId="{6818CD3E-EC75-456D-92BD-D5F72A539070}" dt="2026-09-30T20:58:25.869" v="6" actId="26606"/>
          <ac:spMkLst>
            <pc:docMk/>
            <pc:sldMk cId="1791645611" sldId="262"/>
            <ac:spMk id="2" creationId="{55763594-AE5B-662D-6320-320AA67E5407}"/>
          </ac:spMkLst>
        </pc:spChg>
        <pc:spChg chg="mod">
          <ac:chgData name="Raj Kumar Giri" userId="5a6d30a4971b3479" providerId="LiveId" clId="{6818CD3E-EC75-456D-92BD-D5F72A539070}" dt="2026-09-30T20:58:25.869" v="6" actId="26606"/>
          <ac:spMkLst>
            <pc:docMk/>
            <pc:sldMk cId="1791645611" sldId="262"/>
            <ac:spMk id="3" creationId="{0FAC510D-C3AD-9845-60B6-B3EA1D8C1E02}"/>
          </ac:spMkLst>
        </pc:spChg>
        <pc:spChg chg="add">
          <ac:chgData name="Raj Kumar Giri" userId="5a6d30a4971b3479" providerId="LiveId" clId="{6818CD3E-EC75-456D-92BD-D5F72A539070}" dt="2026-09-30T20:58:25.869" v="6" actId="26606"/>
          <ac:spMkLst>
            <pc:docMk/>
            <pc:sldMk cId="1791645611" sldId="262"/>
            <ac:spMk id="8" creationId="{70DFC902-7D23-471A-B557-B6B6917D7A0D}"/>
          </ac:spMkLst>
        </pc:spChg>
        <pc:spChg chg="add">
          <ac:chgData name="Raj Kumar Giri" userId="5a6d30a4971b3479" providerId="LiveId" clId="{6818CD3E-EC75-456D-92BD-D5F72A539070}" dt="2026-09-30T20:58:25.869" v="6" actId="26606"/>
          <ac:spMkLst>
            <pc:docMk/>
            <pc:sldMk cId="1791645611" sldId="262"/>
            <ac:spMk id="10" creationId="{A55D5633-D557-4DCA-982C-FF36EB7A1C00}"/>
          </ac:spMkLst>
        </pc:spChg>
        <pc:spChg chg="add">
          <ac:chgData name="Raj Kumar Giri" userId="5a6d30a4971b3479" providerId="LiveId" clId="{6818CD3E-EC75-456D-92BD-D5F72A539070}" dt="2026-09-30T20:58:25.869" v="6" actId="26606"/>
          <ac:spMkLst>
            <pc:docMk/>
            <pc:sldMk cId="1791645611" sldId="262"/>
            <ac:spMk id="12" creationId="{450D3AD2-FA80-415F-A9CE-54D884561CD7}"/>
          </ac:spMkLst>
        </pc:spChg>
      </pc:sldChg>
      <pc:sldChg chg="addSp modSp mod setBg">
        <pc:chgData name="Raj Kumar Giri" userId="5a6d30a4971b3479" providerId="LiveId" clId="{6818CD3E-EC75-456D-92BD-D5F72A539070}" dt="2026-09-30T20:58:31.556" v="7" actId="26606"/>
        <pc:sldMkLst>
          <pc:docMk/>
          <pc:sldMk cId="655213374" sldId="263"/>
        </pc:sldMkLst>
        <pc:spChg chg="mod">
          <ac:chgData name="Raj Kumar Giri" userId="5a6d30a4971b3479" providerId="LiveId" clId="{6818CD3E-EC75-456D-92BD-D5F72A539070}" dt="2026-09-30T20:58:31.556" v="7" actId="26606"/>
          <ac:spMkLst>
            <pc:docMk/>
            <pc:sldMk cId="655213374" sldId="263"/>
            <ac:spMk id="2" creationId="{4EF2FE42-D4AC-8EBA-6C7F-31AAD00F9FAD}"/>
          </ac:spMkLst>
        </pc:spChg>
        <pc:spChg chg="mod">
          <ac:chgData name="Raj Kumar Giri" userId="5a6d30a4971b3479" providerId="LiveId" clId="{6818CD3E-EC75-456D-92BD-D5F72A539070}" dt="2026-09-30T20:58:31.556" v="7" actId="26606"/>
          <ac:spMkLst>
            <pc:docMk/>
            <pc:sldMk cId="655213374" sldId="263"/>
            <ac:spMk id="3" creationId="{3DCC7159-7DBE-ABB7-EBF0-84BA159AD12C}"/>
          </ac:spMkLst>
        </pc:spChg>
        <pc:spChg chg="add">
          <ac:chgData name="Raj Kumar Giri" userId="5a6d30a4971b3479" providerId="LiveId" clId="{6818CD3E-EC75-456D-92BD-D5F72A539070}" dt="2026-09-30T20:58:31.556" v="7" actId="26606"/>
          <ac:spMkLst>
            <pc:docMk/>
            <pc:sldMk cId="655213374" sldId="263"/>
            <ac:spMk id="8" creationId="{70DFC902-7D23-471A-B557-B6B6917D7A0D}"/>
          </ac:spMkLst>
        </pc:spChg>
        <pc:spChg chg="add">
          <ac:chgData name="Raj Kumar Giri" userId="5a6d30a4971b3479" providerId="LiveId" clId="{6818CD3E-EC75-456D-92BD-D5F72A539070}" dt="2026-09-30T20:58:31.556" v="7" actId="26606"/>
          <ac:spMkLst>
            <pc:docMk/>
            <pc:sldMk cId="655213374" sldId="263"/>
            <ac:spMk id="10" creationId="{A55D5633-D557-4DCA-982C-FF36EB7A1C00}"/>
          </ac:spMkLst>
        </pc:spChg>
        <pc:spChg chg="add">
          <ac:chgData name="Raj Kumar Giri" userId="5a6d30a4971b3479" providerId="LiveId" clId="{6818CD3E-EC75-456D-92BD-D5F72A539070}" dt="2026-09-30T20:58:31.556" v="7" actId="26606"/>
          <ac:spMkLst>
            <pc:docMk/>
            <pc:sldMk cId="655213374" sldId="263"/>
            <ac:spMk id="12" creationId="{450D3AD2-FA80-415F-A9CE-54D884561CD7}"/>
          </ac:spMkLst>
        </pc:spChg>
      </pc:sldChg>
      <pc:sldChg chg="addSp modSp mod setBg">
        <pc:chgData name="Raj Kumar Giri" userId="5a6d30a4971b3479" providerId="LiveId" clId="{6818CD3E-EC75-456D-92BD-D5F72A539070}" dt="2026-09-30T20:58:35.830" v="8" actId="26606"/>
        <pc:sldMkLst>
          <pc:docMk/>
          <pc:sldMk cId="751719579" sldId="264"/>
        </pc:sldMkLst>
        <pc:spChg chg="mod">
          <ac:chgData name="Raj Kumar Giri" userId="5a6d30a4971b3479" providerId="LiveId" clId="{6818CD3E-EC75-456D-92BD-D5F72A539070}" dt="2026-09-30T20:58:35.830" v="8" actId="26606"/>
          <ac:spMkLst>
            <pc:docMk/>
            <pc:sldMk cId="751719579" sldId="264"/>
            <ac:spMk id="2" creationId="{F30180FF-DC4A-E39A-241C-F04F6AE5DB39}"/>
          </ac:spMkLst>
        </pc:spChg>
        <pc:spChg chg="mod">
          <ac:chgData name="Raj Kumar Giri" userId="5a6d30a4971b3479" providerId="LiveId" clId="{6818CD3E-EC75-456D-92BD-D5F72A539070}" dt="2026-09-30T20:58:35.830" v="8" actId="26606"/>
          <ac:spMkLst>
            <pc:docMk/>
            <pc:sldMk cId="751719579" sldId="264"/>
            <ac:spMk id="3" creationId="{C02C2AB5-F753-05FB-1F7B-6EFAE36680AA}"/>
          </ac:spMkLst>
        </pc:spChg>
        <pc:spChg chg="add">
          <ac:chgData name="Raj Kumar Giri" userId="5a6d30a4971b3479" providerId="LiveId" clId="{6818CD3E-EC75-456D-92BD-D5F72A539070}" dt="2026-09-30T20:58:35.830" v="8" actId="26606"/>
          <ac:spMkLst>
            <pc:docMk/>
            <pc:sldMk cId="751719579" sldId="264"/>
            <ac:spMk id="8" creationId="{70DFC902-7D23-471A-B557-B6B6917D7A0D}"/>
          </ac:spMkLst>
        </pc:spChg>
        <pc:spChg chg="add">
          <ac:chgData name="Raj Kumar Giri" userId="5a6d30a4971b3479" providerId="LiveId" clId="{6818CD3E-EC75-456D-92BD-D5F72A539070}" dt="2026-09-30T20:58:35.830" v="8" actId="26606"/>
          <ac:spMkLst>
            <pc:docMk/>
            <pc:sldMk cId="751719579" sldId="264"/>
            <ac:spMk id="10" creationId="{A55D5633-D557-4DCA-982C-FF36EB7A1C00}"/>
          </ac:spMkLst>
        </pc:spChg>
        <pc:spChg chg="add">
          <ac:chgData name="Raj Kumar Giri" userId="5a6d30a4971b3479" providerId="LiveId" clId="{6818CD3E-EC75-456D-92BD-D5F72A539070}" dt="2026-09-30T20:58:35.830" v="8" actId="26606"/>
          <ac:spMkLst>
            <pc:docMk/>
            <pc:sldMk cId="751719579" sldId="264"/>
            <ac:spMk id="12" creationId="{450D3AD2-FA80-415F-A9CE-54D884561CD7}"/>
          </ac:spMkLst>
        </pc:spChg>
      </pc:sldChg>
      <pc:sldChg chg="addSp modSp mod setBg">
        <pc:chgData name="Raj Kumar Giri" userId="5a6d30a4971b3479" providerId="LiveId" clId="{6818CD3E-EC75-456D-92BD-D5F72A539070}" dt="2026-09-30T20:58:40.338" v="9" actId="26606"/>
        <pc:sldMkLst>
          <pc:docMk/>
          <pc:sldMk cId="463821288" sldId="265"/>
        </pc:sldMkLst>
        <pc:spChg chg="mod">
          <ac:chgData name="Raj Kumar Giri" userId="5a6d30a4971b3479" providerId="LiveId" clId="{6818CD3E-EC75-456D-92BD-D5F72A539070}" dt="2026-09-30T20:58:40.338" v="9" actId="26606"/>
          <ac:spMkLst>
            <pc:docMk/>
            <pc:sldMk cId="463821288" sldId="265"/>
            <ac:spMk id="2" creationId="{5A989862-F985-729A-B0FD-D66274034E25}"/>
          </ac:spMkLst>
        </pc:spChg>
        <pc:spChg chg="mod">
          <ac:chgData name="Raj Kumar Giri" userId="5a6d30a4971b3479" providerId="LiveId" clId="{6818CD3E-EC75-456D-92BD-D5F72A539070}" dt="2026-09-30T20:58:40.338" v="9" actId="26606"/>
          <ac:spMkLst>
            <pc:docMk/>
            <pc:sldMk cId="463821288" sldId="265"/>
            <ac:spMk id="3" creationId="{79F0FA9E-E8B5-9B76-9393-2C92804BF056}"/>
          </ac:spMkLst>
        </pc:spChg>
        <pc:spChg chg="add">
          <ac:chgData name="Raj Kumar Giri" userId="5a6d30a4971b3479" providerId="LiveId" clId="{6818CD3E-EC75-456D-92BD-D5F72A539070}" dt="2026-09-30T20:58:40.338" v="9" actId="26606"/>
          <ac:spMkLst>
            <pc:docMk/>
            <pc:sldMk cId="463821288" sldId="265"/>
            <ac:spMk id="8" creationId="{70DFC902-7D23-471A-B557-B6B6917D7A0D}"/>
          </ac:spMkLst>
        </pc:spChg>
        <pc:spChg chg="add">
          <ac:chgData name="Raj Kumar Giri" userId="5a6d30a4971b3479" providerId="LiveId" clId="{6818CD3E-EC75-456D-92BD-D5F72A539070}" dt="2026-09-30T20:58:40.338" v="9" actId="26606"/>
          <ac:spMkLst>
            <pc:docMk/>
            <pc:sldMk cId="463821288" sldId="265"/>
            <ac:spMk id="10" creationId="{A55D5633-D557-4DCA-982C-FF36EB7A1C00}"/>
          </ac:spMkLst>
        </pc:spChg>
        <pc:spChg chg="add">
          <ac:chgData name="Raj Kumar Giri" userId="5a6d30a4971b3479" providerId="LiveId" clId="{6818CD3E-EC75-456D-92BD-D5F72A539070}" dt="2026-09-30T20:58:40.338" v="9" actId="26606"/>
          <ac:spMkLst>
            <pc:docMk/>
            <pc:sldMk cId="463821288" sldId="265"/>
            <ac:spMk id="12" creationId="{450D3AD2-FA80-415F-A9CE-54D884561CD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98162-25CB-65B4-2BA9-B396069778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87390C-4D11-F73C-840D-9CCAFA5728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7DFE7-1C5F-26D9-4D21-3CE30D789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09C1E-50C1-47BE-A5CC-3357965A523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E06AD-9498-DC98-0062-24CF8CFC6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B1D9E-FBF6-0B96-6AEF-F01CFFDF1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4AFBB-87B5-4CAC-B35A-F47DA5C27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775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77B4C-1760-A1BC-CC32-2EFE0085E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471C5-93E6-5EEB-0139-4FF581BAB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CED70-9D51-6353-BA12-357157165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09C1E-50C1-47BE-A5CC-3357965A523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0E99E-46BA-C18C-296C-7D6AE7099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09756-66A5-4BF4-DB86-44A4AA973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4AFBB-87B5-4CAC-B35A-F47DA5C27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926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2B193-2434-DB2B-1337-D34315FE5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0FA5E7-D2C1-5D69-6603-9E6A49804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B1E70-7435-0060-43BF-C4540CE3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09C1E-50C1-47BE-A5CC-3357965A523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3C194-A29C-1730-5765-B9B038186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53F09-05EF-DA35-F9B6-F37F48E91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4AFBB-87B5-4CAC-B35A-F47DA5C27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991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83BF1-E900-5D44-ADE6-A931E39AF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95395-48EE-D0FE-7755-8BEA52A055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FF0A68-19F4-C86B-6B9D-77849D4D3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682E7-491E-3AEC-42C9-9633F54BC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09C1E-50C1-47BE-A5CC-3357965A523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CD094-7E73-BA07-0230-FBD06ABC3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D539E5-F6FF-EA5F-C19E-E743FA748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4AFBB-87B5-4CAC-B35A-F47DA5C27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478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C1B72-9FA7-5A31-401F-B8D4230D0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87482-A025-3B3B-8EA7-55D4A833D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CDC546-DF03-253A-6E5A-78E18851D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97F1DB-D3E9-004B-C39A-578D49D6F5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90218A-0B02-908F-BA74-8D46E66CD8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19B5CD-118E-E7DE-D445-B47716A95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09C1E-50C1-47BE-A5CC-3357965A523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2C8C1-5B2E-E8E2-4F45-A29DD7DD2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E68B31-E9EE-D59A-3D7B-866A94EF5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4AFBB-87B5-4CAC-B35A-F47DA5C27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587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D4752-7AF3-0EA7-5D7D-419EA66FC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9B7399-C3E0-AD15-A619-87101D830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09C1E-50C1-47BE-A5CC-3357965A523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8C8B14-8107-B34A-492C-CAB8248E2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E0C48C-47F8-875A-23EA-0268A7A2D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4AFBB-87B5-4CAC-B35A-F47DA5C27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489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6DF604-BA40-C7C7-0F37-525483B69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09C1E-50C1-47BE-A5CC-3357965A523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61A39-E0BF-8BDB-DA40-40F50BB05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C5466-83C3-819B-993B-ADF0E9935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4AFBB-87B5-4CAC-B35A-F47DA5C27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019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ECE48-AF49-0001-AD7F-5749BC9E8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14A95-2C57-0FA2-C78A-F63E41CCE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F941DA-0884-F6E2-F062-4349570C27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20C4E0-2B58-FC80-40AE-53F079581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09C1E-50C1-47BE-A5CC-3357965A523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97CC5-463D-1F4A-F624-7DBE538BF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D1DD4B-2FA0-AE34-91F6-B9581FC9E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4AFBB-87B5-4CAC-B35A-F47DA5C27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626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9BAAF-BCB3-93B1-4C4A-238281968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93649F-4BDE-3ABB-315A-E2016B7549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62937C-8EA3-1E73-E5A7-85287E029F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47F737-0824-8F77-57D8-451D89D8A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09C1E-50C1-47BE-A5CC-3357965A523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382CB-6E4E-B87C-9E77-B50480973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E7F57-3F4F-2BC3-855C-E9AD6FED6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4AFBB-87B5-4CAC-B35A-F47DA5C27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464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02048-CD88-36AC-EA0E-EAA62A449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6E4AE3-61E6-2F0F-32C6-D2C3D7CBE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B0D0B-F0DF-0458-D08D-07D775EEF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09C1E-50C1-47BE-A5CC-3357965A523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D5FCF-11B1-F701-700C-FB3B0353F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276ED-84EE-8728-69C0-DAA085B51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4AFBB-87B5-4CAC-B35A-F47DA5C27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006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2B8A85-C300-17F9-DEB4-23A828AB19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225FBF-0B34-225A-D5C1-FF543434E1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8208C8-C0D0-E5FE-BC45-69698D8CB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09C1E-50C1-47BE-A5CC-3357965A523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874E3-4C7E-EC4D-2390-6879D1176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5A038-D833-8DB6-FB4B-B4F69C845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4AFBB-87B5-4CAC-B35A-F47DA5C27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163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C86086-BC14-3477-63F0-5D203B06E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63566C-FCE3-569C-6F24-F4FE0B7A3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E679B-056A-CC88-1AF4-71893451CB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809C1E-50C1-47BE-A5CC-3357965A523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364A6-1F45-09E9-9314-10E88C5FA2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7EB2A-EE39-1CE6-9328-7F0C0ACCFA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A4AFBB-87B5-4CAC-B35A-F47DA5C27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90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thank-you-signage-2072165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DFB9E6F-00B2-6232-548F-CD69E68A49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7021513" cy="2308324"/>
          </a:xfrm>
        </p:spPr>
        <p:txBody>
          <a:bodyPr>
            <a:normAutofit/>
          </a:bodyPr>
          <a:lstStyle/>
          <a:p>
            <a:pPr algn="l"/>
            <a:r>
              <a:rPr lang="en-US" sz="7200">
                <a:solidFill>
                  <a:schemeClr val="bg1"/>
                </a:solidFill>
              </a:rPr>
              <a:t>Amazon Glue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8FC802-9024-F5FB-62B0-9EC455A4F5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024" y="3809999"/>
            <a:ext cx="7025753" cy="1012778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GTech</a:t>
            </a:r>
          </a:p>
        </p:txBody>
      </p:sp>
    </p:spTree>
    <p:extLst>
      <p:ext uri="{BB962C8B-B14F-4D97-AF65-F5344CB8AC3E}">
        <p14:creationId xmlns:p14="http://schemas.microsoft.com/office/powerpoint/2010/main" val="2039385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400232-0042-FEEA-4D1E-585042EC8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F7888-CA78-C2C8-4F99-E171B2D71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400"/>
              <a:t>What is Amazon Glue?</a:t>
            </a:r>
          </a:p>
          <a:p>
            <a:r>
              <a:rPr lang="en-US" sz="2400"/>
              <a:t>Glue Crawlers &amp; Data catalog</a:t>
            </a:r>
          </a:p>
          <a:p>
            <a:r>
              <a:rPr lang="en-US" sz="2400"/>
              <a:t>Glue ETL Jobs</a:t>
            </a:r>
          </a:p>
          <a:p>
            <a:r>
              <a:rPr lang="en-US" sz="2400"/>
              <a:t>Glue &amp; S3 Partitions</a:t>
            </a:r>
          </a:p>
          <a:p>
            <a:r>
              <a:rPr lang="en-US" sz="2400"/>
              <a:t>AWS Glue Studio</a:t>
            </a:r>
          </a:p>
          <a:p>
            <a:r>
              <a:rPr lang="en-US" sz="2400"/>
              <a:t>AWS Glue Data quality</a:t>
            </a:r>
          </a:p>
          <a:p>
            <a:r>
              <a:rPr lang="en-US" sz="2400"/>
              <a:t>Glue in a Generative AI Pipeline</a:t>
            </a:r>
          </a:p>
          <a:p>
            <a:r>
              <a:rPr lang="en-US" sz="240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374310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5361AF-1C85-AFF8-F80B-CDB434BAA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What is Amazon Glue?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BE366-7AC2-4E37-BA89-F17A766A1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400"/>
              <a:t>Serverless and fully managed</a:t>
            </a:r>
          </a:p>
          <a:p>
            <a:r>
              <a:rPr lang="en-US" sz="2400"/>
              <a:t>Discovers data and its schema</a:t>
            </a:r>
          </a:p>
          <a:p>
            <a:r>
              <a:rPr lang="en-US" sz="2400"/>
              <a:t>Performs ETL: Extract, Transform, Load</a:t>
            </a:r>
          </a:p>
          <a:p>
            <a:r>
              <a:rPr lang="en-US" sz="2400"/>
              <a:t>Connects to many AWS and database sources</a:t>
            </a:r>
          </a:p>
          <a:p>
            <a:r>
              <a:rPr lang="en-US" sz="2400"/>
              <a:t>Jobs can run on demand, on a schedule, or from triggers.</a:t>
            </a:r>
          </a:p>
        </p:txBody>
      </p:sp>
    </p:spTree>
    <p:extLst>
      <p:ext uri="{BB962C8B-B14F-4D97-AF65-F5344CB8AC3E}">
        <p14:creationId xmlns:p14="http://schemas.microsoft.com/office/powerpoint/2010/main" val="1990501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B8E8C6-81DB-FD49-9928-0E565546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Glue Crawlers and Data Catalog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4FD07-8599-62DD-E266-DB443D626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400"/>
              <a:t>Crawler scans a data source</a:t>
            </a:r>
          </a:p>
          <a:p>
            <a:r>
              <a:rPr lang="en-US" sz="2400"/>
              <a:t>Infers schema and table structure</a:t>
            </a:r>
          </a:p>
          <a:p>
            <a:r>
              <a:rPr lang="en-US" sz="2400"/>
              <a:t>Stores table definitions in Glue Data Catalog</a:t>
            </a:r>
          </a:p>
          <a:p>
            <a:r>
              <a:rPr lang="en-US" sz="2400"/>
              <a:t>Original data remains in the source</a:t>
            </a:r>
          </a:p>
          <a:p>
            <a:r>
              <a:rPr lang="en-US" sz="2400"/>
              <a:t>Cataloged data can be queried by other services</a:t>
            </a:r>
          </a:p>
        </p:txBody>
      </p:sp>
    </p:spTree>
    <p:extLst>
      <p:ext uri="{BB962C8B-B14F-4D97-AF65-F5344CB8AC3E}">
        <p14:creationId xmlns:p14="http://schemas.microsoft.com/office/powerpoint/2010/main" val="2979081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76B257-E116-B81F-0FFB-1AA46DF63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Glue ETL Jobs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3F8F7-423D-87F4-BD32-CA93A2079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400"/>
              <a:t>Extract data from one or more sources</a:t>
            </a:r>
          </a:p>
          <a:p>
            <a:r>
              <a:rPr lang="en-US" sz="2400"/>
              <a:t>Transform and clean the data </a:t>
            </a:r>
          </a:p>
          <a:p>
            <a:r>
              <a:rPr lang="en-US" sz="2400"/>
              <a:t>Join, filter and restructure datasets</a:t>
            </a:r>
          </a:p>
          <a:p>
            <a:r>
              <a:rPr lang="en-US" sz="2400"/>
              <a:t>Write processed data to a target</a:t>
            </a:r>
          </a:p>
          <a:p>
            <a:r>
              <a:rPr lang="en-US" sz="2400"/>
              <a:t>Useful for preparing data before AI or analytics</a:t>
            </a:r>
          </a:p>
        </p:txBody>
      </p:sp>
    </p:spTree>
    <p:extLst>
      <p:ext uri="{BB962C8B-B14F-4D97-AF65-F5344CB8AC3E}">
        <p14:creationId xmlns:p14="http://schemas.microsoft.com/office/powerpoint/2010/main" val="548739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67534C-430B-4D19-FE3B-06972B6F6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Glue and S3 Partitions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F54FE-CBA8-C89E-CB0C-59E841BEE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400"/>
              <a:t>Glue crawlers can discover S3 partitions</a:t>
            </a:r>
          </a:p>
          <a:p>
            <a:r>
              <a:rPr lang="en-US" sz="2400"/>
              <a:t>Partitioning organizes data for efficient querying</a:t>
            </a:r>
          </a:p>
          <a:p>
            <a:r>
              <a:rPr lang="en-US" sz="2400"/>
              <a:t>Choose partition keys based on common queries</a:t>
            </a:r>
          </a:p>
          <a:p>
            <a:r>
              <a:rPr lang="en-US" sz="2400"/>
              <a:t>Example: year/months/day</a:t>
            </a:r>
          </a:p>
          <a:p>
            <a:r>
              <a:rPr lang="en-US" sz="2400"/>
              <a:t>Good data layout improves downstream processing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719882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763594-AE5B-662D-6320-320AA67E5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AWS Glue Studio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C510D-C3AD-9845-60B6-B3EA1D8C1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400"/>
              <a:t>Visual interface for building ETL workflows</a:t>
            </a:r>
          </a:p>
          <a:p>
            <a:r>
              <a:rPr lang="en-US" sz="2400"/>
              <a:t>Visual job editor</a:t>
            </a:r>
          </a:p>
          <a:p>
            <a:r>
              <a:rPr lang="en-US" sz="2400"/>
              <a:t>Build complex workflows using connected steps</a:t>
            </a:r>
          </a:p>
          <a:p>
            <a:r>
              <a:rPr lang="en-US" sz="2400"/>
              <a:t>Sources: S3, Kinesis, Kafka, JDBC</a:t>
            </a:r>
          </a:p>
          <a:p>
            <a:r>
              <a:rPr lang="en-US" sz="2400"/>
              <a:t>Transform, join, sample and write data</a:t>
            </a:r>
          </a:p>
          <a:p>
            <a:r>
              <a:rPr lang="en-US" sz="2400"/>
              <a:t>Monitor job status and run times</a:t>
            </a:r>
          </a:p>
        </p:txBody>
      </p:sp>
    </p:spTree>
    <p:extLst>
      <p:ext uri="{BB962C8B-B14F-4D97-AF65-F5344CB8AC3E}">
        <p14:creationId xmlns:p14="http://schemas.microsoft.com/office/powerpoint/2010/main" val="1791645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F2FE42-D4AC-8EBA-6C7F-31AAD00F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AWS Glue Data Quality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C7159-7DBE-ABB7-EBF0-84BA159AD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400"/>
              <a:t>Checks whether data meets defined rules</a:t>
            </a:r>
          </a:p>
          <a:p>
            <a:r>
              <a:rPr lang="en-US" sz="2400"/>
              <a:t>Rules can be created manually</a:t>
            </a:r>
          </a:p>
          <a:p>
            <a:r>
              <a:rPr lang="en-US" sz="2400"/>
              <a:t>Rules can also be automatically recommended</a:t>
            </a:r>
          </a:p>
          <a:p>
            <a:r>
              <a:rPr lang="en-US" sz="2400"/>
              <a:t>Uses Data Quality Language(DQDL)</a:t>
            </a:r>
          </a:p>
          <a:p>
            <a:r>
              <a:rPr lang="en-US" sz="2400"/>
              <a:t>Can fail a job or report results to CloudWatch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655213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0180FF-DC4A-E39A-241C-F04F6AE5D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Amazon Glue in a Generative AI Pipeline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C2AB5-F753-05FB-1F7B-6EFAE3668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400"/>
              <a:t>Ta sources </a:t>
            </a:r>
            <a:r>
              <a:rPr lang="en-US" sz="2400">
                <a:sym typeface="Wingdings" panose="05000000000000000000" pitchFamily="2" charset="2"/>
              </a:rPr>
              <a:t> Glue  Clean and structured data</a:t>
            </a:r>
          </a:p>
          <a:p>
            <a:r>
              <a:rPr lang="en-US" sz="2400">
                <a:sym typeface="Wingdings" panose="05000000000000000000" pitchFamily="2" charset="2"/>
              </a:rPr>
              <a:t>Glue catalog  metadata and schema</a:t>
            </a:r>
          </a:p>
          <a:p>
            <a:r>
              <a:rPr lang="en-US" sz="2400">
                <a:sym typeface="Wingdings" panose="05000000000000000000" pitchFamily="2" charset="2"/>
              </a:rPr>
              <a:t>S3  prepared source data</a:t>
            </a:r>
          </a:p>
          <a:p>
            <a:r>
              <a:rPr lang="en-US" sz="2400">
                <a:sym typeface="Wingdings" panose="05000000000000000000" pitchFamily="2" charset="2"/>
              </a:rPr>
              <a:t>Bedrock Knowledge Bases  ingestion and RAG</a:t>
            </a:r>
          </a:p>
          <a:p>
            <a:r>
              <a:rPr lang="en-US" sz="2400">
                <a:sym typeface="Wingdings" panose="05000000000000000000" pitchFamily="2" charset="2"/>
              </a:rPr>
              <a:t>Vector store  embeddings and retrieval</a:t>
            </a:r>
          </a:p>
          <a:p>
            <a:r>
              <a:rPr lang="en-US" sz="2400">
                <a:sym typeface="Wingdings" panose="05000000000000000000" pitchFamily="2" charset="2"/>
              </a:rPr>
              <a:t>Foundation model  generated response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751719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989862-F985-729A-B0FD-D66274034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0FA9E-E8B5-9B76-9393-2C92804BF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400"/>
              <a:t>Glue – serverless data integration and ETL</a:t>
            </a:r>
          </a:p>
          <a:p>
            <a:r>
              <a:rPr lang="en-US" sz="2400"/>
              <a:t>Crawler – discovers schema and creates catalog metadata</a:t>
            </a:r>
          </a:p>
          <a:p>
            <a:r>
              <a:rPr lang="en-US" sz="2400"/>
              <a:t>Data Catalog – stores table definitions</a:t>
            </a:r>
          </a:p>
          <a:p>
            <a:r>
              <a:rPr lang="en-US" sz="2400"/>
              <a:t>ETL jobs – transform and move data</a:t>
            </a:r>
          </a:p>
          <a:p>
            <a:r>
              <a:rPr lang="en-US" sz="2400"/>
              <a:t>Glue Studio – visual ETL workflow builder</a:t>
            </a:r>
          </a:p>
          <a:p>
            <a:r>
              <a:rPr lang="en-US" sz="2400"/>
              <a:t>Partitions – organize S3 data for query patterns</a:t>
            </a:r>
          </a:p>
          <a:p>
            <a:r>
              <a:rPr lang="en-US" sz="2400"/>
              <a:t>Data Quality – validate data before downstream use</a:t>
            </a:r>
          </a:p>
        </p:txBody>
      </p:sp>
    </p:spTree>
    <p:extLst>
      <p:ext uri="{BB962C8B-B14F-4D97-AF65-F5344CB8AC3E}">
        <p14:creationId xmlns:p14="http://schemas.microsoft.com/office/powerpoint/2010/main" val="463821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BE908C-EAE7-B970-2E5F-7E32A480CD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b="1574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880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360</Words>
  <Application>Microsoft Office PowerPoint</Application>
  <PresentationFormat>Widescreen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 Theme</vt:lpstr>
      <vt:lpstr>Amazon Glue</vt:lpstr>
      <vt:lpstr>Agenda</vt:lpstr>
      <vt:lpstr>What is Amazon Glue?</vt:lpstr>
      <vt:lpstr>Glue Crawlers and Data Catalog</vt:lpstr>
      <vt:lpstr>Glue ETL Jobs</vt:lpstr>
      <vt:lpstr>Glue and S3 Partitions</vt:lpstr>
      <vt:lpstr>AWS Glue Studio</vt:lpstr>
      <vt:lpstr>AWS Glue Data Quality</vt:lpstr>
      <vt:lpstr>Amazon Glue in a Generative AI Pipeline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 Kumar Giri</dc:creator>
  <cp:lastModifiedBy>Raj Kumar Giri</cp:lastModifiedBy>
  <cp:revision>1</cp:revision>
  <dcterms:created xsi:type="dcterms:W3CDTF">2026-09-29T06:01:03Z</dcterms:created>
  <dcterms:modified xsi:type="dcterms:W3CDTF">2026-09-30T20:58:43Z</dcterms:modified>
</cp:coreProperties>
</file>