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65" r:id="rId6"/>
    <p:sldId id="264" r:id="rId7"/>
    <p:sldId id="263" r:id="rId8"/>
    <p:sldId id="262" r:id="rId9"/>
    <p:sldId id="261" r:id="rId10"/>
    <p:sldId id="260" r:id="rId11"/>
    <p:sldId id="259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9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 Kumar Giri" userId="5a6d30a4971b3479" providerId="LiveId" clId="{6818CD3E-EC75-456D-92BD-D5F72A539070}"/>
    <pc:docChg chg="custSel modSld">
      <pc:chgData name="Raj Kumar Giri" userId="5a6d30a4971b3479" providerId="LiveId" clId="{6818CD3E-EC75-456D-92BD-D5F72A539070}" dt="2026-09-30T21:00:17.259" v="12" actId="26606"/>
      <pc:docMkLst>
        <pc:docMk/>
      </pc:docMkLst>
      <pc:sldChg chg="addSp modSp mod setBg addAnim">
        <pc:chgData name="Raj Kumar Giri" userId="5a6d30a4971b3479" providerId="LiveId" clId="{6818CD3E-EC75-456D-92BD-D5F72A539070}" dt="2026-09-30T20:58:55.023" v="2"/>
        <pc:sldMkLst>
          <pc:docMk/>
          <pc:sldMk cId="3398208963" sldId="256"/>
        </pc:sldMkLst>
        <pc:spChg chg="mod">
          <ac:chgData name="Raj Kumar Giri" userId="5a6d30a4971b3479" providerId="LiveId" clId="{6818CD3E-EC75-456D-92BD-D5F72A539070}" dt="2026-09-30T20:58:55.023" v="0" actId="26606"/>
          <ac:spMkLst>
            <pc:docMk/>
            <pc:sldMk cId="3398208963" sldId="256"/>
            <ac:spMk id="2" creationId="{781154B7-5047-526F-1A92-15F1C26BB846}"/>
          </ac:spMkLst>
        </pc:spChg>
        <pc:spChg chg="mod">
          <ac:chgData name="Raj Kumar Giri" userId="5a6d30a4971b3479" providerId="LiveId" clId="{6818CD3E-EC75-456D-92BD-D5F72A539070}" dt="2026-09-30T20:58:55.023" v="0" actId="26606"/>
          <ac:spMkLst>
            <pc:docMk/>
            <pc:sldMk cId="3398208963" sldId="256"/>
            <ac:spMk id="3" creationId="{5E8FCBCF-528B-DADE-7E59-5924F9BB13A5}"/>
          </ac:spMkLst>
        </pc:spChg>
        <pc:spChg chg="add">
          <ac:chgData name="Raj Kumar Giri" userId="5a6d30a4971b3479" providerId="LiveId" clId="{6818CD3E-EC75-456D-92BD-D5F72A539070}" dt="2026-09-30T20:58:55.023" v="0" actId="26606"/>
          <ac:spMkLst>
            <pc:docMk/>
            <pc:sldMk cId="3398208963" sldId="256"/>
            <ac:spMk id="8" creationId="{1A3C89F8-0D2F-47FF-B903-151248265F47}"/>
          </ac:spMkLst>
        </pc:spChg>
        <pc:spChg chg="add">
          <ac:chgData name="Raj Kumar Giri" userId="5a6d30a4971b3479" providerId="LiveId" clId="{6818CD3E-EC75-456D-92BD-D5F72A539070}" dt="2026-09-30T20:58:55.023" v="0" actId="26606"/>
          <ac:spMkLst>
            <pc:docMk/>
            <pc:sldMk cId="3398208963" sldId="256"/>
            <ac:spMk id="10" creationId="{C5CB530E-515E-412C-9DF1-5F8FFBD6F383}"/>
          </ac:spMkLst>
        </pc:spChg>
        <pc:spChg chg="add">
          <ac:chgData name="Raj Kumar Giri" userId="5a6d30a4971b3479" providerId="LiveId" clId="{6818CD3E-EC75-456D-92BD-D5F72A539070}" dt="2026-09-30T20:58:55.023" v="0" actId="26606"/>
          <ac:spMkLst>
            <pc:docMk/>
            <pc:sldMk cId="3398208963" sldId="256"/>
            <ac:spMk id="12" creationId="{712D4376-A578-4FF1-94FC-245E7A6A489F}"/>
          </ac:spMkLst>
        </pc:spChg>
        <pc:spChg chg="add">
          <ac:chgData name="Raj Kumar Giri" userId="5a6d30a4971b3479" providerId="LiveId" clId="{6818CD3E-EC75-456D-92BD-D5F72A539070}" dt="2026-09-30T20:58:55.023" v="0" actId="26606"/>
          <ac:spMkLst>
            <pc:docMk/>
            <pc:sldMk cId="3398208963" sldId="256"/>
            <ac:spMk id="14" creationId="{AEA7509D-F04F-40CB-A0B3-EEF16499CC9F}"/>
          </ac:spMkLst>
        </pc:spChg>
        <pc:spChg chg="add">
          <ac:chgData name="Raj Kumar Giri" userId="5a6d30a4971b3479" providerId="LiveId" clId="{6818CD3E-EC75-456D-92BD-D5F72A539070}" dt="2026-09-30T20:58:55.023" v="0" actId="26606"/>
          <ac:spMkLst>
            <pc:docMk/>
            <pc:sldMk cId="3398208963" sldId="256"/>
            <ac:spMk id="18" creationId="{508BEF50-7B1E-49A4-BC19-5F4F1D755E64}"/>
          </ac:spMkLst>
        </pc:spChg>
        <pc:spChg chg="add">
          <ac:chgData name="Raj Kumar Giri" userId="5a6d30a4971b3479" providerId="LiveId" clId="{6818CD3E-EC75-456D-92BD-D5F72A539070}" dt="2026-09-30T20:58:55.023" v="0" actId="26606"/>
          <ac:spMkLst>
            <pc:docMk/>
            <pc:sldMk cId="3398208963" sldId="256"/>
            <ac:spMk id="20" creationId="{3FBAD350-5664-4811-A208-657FB882D350}"/>
          </ac:spMkLst>
        </pc:spChg>
        <pc:spChg chg="add">
          <ac:chgData name="Raj Kumar Giri" userId="5a6d30a4971b3479" providerId="LiveId" clId="{6818CD3E-EC75-456D-92BD-D5F72A539070}" dt="2026-09-30T20:58:55.023" v="0" actId="26606"/>
          <ac:spMkLst>
            <pc:docMk/>
            <pc:sldMk cId="3398208963" sldId="256"/>
            <ac:spMk id="22" creationId="{C39ADB8F-D187-49D7-BDCF-C1B6DC727068}"/>
          </ac:spMkLst>
        </pc:spChg>
        <pc:cxnChg chg="add">
          <ac:chgData name="Raj Kumar Giri" userId="5a6d30a4971b3479" providerId="LiveId" clId="{6818CD3E-EC75-456D-92BD-D5F72A539070}" dt="2026-09-30T20:58:55.023" v="0" actId="26606"/>
          <ac:cxnSpMkLst>
            <pc:docMk/>
            <pc:sldMk cId="3398208963" sldId="256"/>
            <ac:cxnSpMk id="16" creationId="{56020367-4FD5-4596-8E10-C5F095CD8DBF}"/>
          </ac:cxnSpMkLst>
        </pc:cxnChg>
      </pc:sldChg>
      <pc:sldChg chg="addSp modSp mod setBg">
        <pc:chgData name="Raj Kumar Giri" userId="5a6d30a4971b3479" providerId="LiveId" clId="{6818CD3E-EC75-456D-92BD-D5F72A539070}" dt="2026-09-30T20:59:16.595" v="3" actId="26606"/>
        <pc:sldMkLst>
          <pc:docMk/>
          <pc:sldMk cId="3793073503" sldId="257"/>
        </pc:sldMkLst>
        <pc:spChg chg="mod">
          <ac:chgData name="Raj Kumar Giri" userId="5a6d30a4971b3479" providerId="LiveId" clId="{6818CD3E-EC75-456D-92BD-D5F72A539070}" dt="2026-09-30T20:59:16.595" v="3" actId="26606"/>
          <ac:spMkLst>
            <pc:docMk/>
            <pc:sldMk cId="3793073503" sldId="257"/>
            <ac:spMk id="2" creationId="{9FCF8A29-D4FB-59AF-3789-578D54414EEF}"/>
          </ac:spMkLst>
        </pc:spChg>
        <pc:spChg chg="mod">
          <ac:chgData name="Raj Kumar Giri" userId="5a6d30a4971b3479" providerId="LiveId" clId="{6818CD3E-EC75-456D-92BD-D5F72A539070}" dt="2026-09-30T20:59:16.595" v="3" actId="26606"/>
          <ac:spMkLst>
            <pc:docMk/>
            <pc:sldMk cId="3793073503" sldId="257"/>
            <ac:spMk id="3" creationId="{65E230A4-8550-A37D-B369-52C632F5B0FA}"/>
          </ac:spMkLst>
        </pc:spChg>
        <pc:spChg chg="add">
          <ac:chgData name="Raj Kumar Giri" userId="5a6d30a4971b3479" providerId="LiveId" clId="{6818CD3E-EC75-456D-92BD-D5F72A539070}" dt="2026-09-30T20:59:16.595" v="3" actId="26606"/>
          <ac:spMkLst>
            <pc:docMk/>
            <pc:sldMk cId="3793073503" sldId="257"/>
            <ac:spMk id="8" creationId="{907EF6B7-1338-4443-8C46-6A318D952DFD}"/>
          </ac:spMkLst>
        </pc:spChg>
        <pc:spChg chg="add">
          <ac:chgData name="Raj Kumar Giri" userId="5a6d30a4971b3479" providerId="LiveId" clId="{6818CD3E-EC75-456D-92BD-D5F72A539070}" dt="2026-09-30T20:59:16.595" v="3" actId="26606"/>
          <ac:spMkLst>
            <pc:docMk/>
            <pc:sldMk cId="3793073503" sldId="257"/>
            <ac:spMk id="10" creationId="{DAAE4CDD-124C-4DCF-9584-B6033B545DD5}"/>
          </ac:spMkLst>
        </pc:spChg>
        <pc:spChg chg="add">
          <ac:chgData name="Raj Kumar Giri" userId="5a6d30a4971b3479" providerId="LiveId" clId="{6818CD3E-EC75-456D-92BD-D5F72A539070}" dt="2026-09-30T20:59:16.595" v="3" actId="26606"/>
          <ac:spMkLst>
            <pc:docMk/>
            <pc:sldMk cId="3793073503" sldId="257"/>
            <ac:spMk id="12" creationId="{081E4A58-353D-44AE-B2FC-2A74E2E400F7}"/>
          </ac:spMkLst>
        </pc:spChg>
      </pc:sldChg>
      <pc:sldChg chg="addSp modSp mod setBg">
        <pc:chgData name="Raj Kumar Giri" userId="5a6d30a4971b3479" providerId="LiveId" clId="{6818CD3E-EC75-456D-92BD-D5F72A539070}" dt="2026-09-30T20:59:23.257" v="4" actId="26606"/>
        <pc:sldMkLst>
          <pc:docMk/>
          <pc:sldMk cId="1679709543" sldId="258"/>
        </pc:sldMkLst>
        <pc:spChg chg="mod">
          <ac:chgData name="Raj Kumar Giri" userId="5a6d30a4971b3479" providerId="LiveId" clId="{6818CD3E-EC75-456D-92BD-D5F72A539070}" dt="2026-09-30T20:59:23.257" v="4" actId="26606"/>
          <ac:spMkLst>
            <pc:docMk/>
            <pc:sldMk cId="1679709543" sldId="258"/>
            <ac:spMk id="2" creationId="{4D27C1B8-C351-559D-10B8-4381875AF854}"/>
          </ac:spMkLst>
        </pc:spChg>
        <pc:spChg chg="mod">
          <ac:chgData name="Raj Kumar Giri" userId="5a6d30a4971b3479" providerId="LiveId" clId="{6818CD3E-EC75-456D-92BD-D5F72A539070}" dt="2026-09-30T20:59:23.257" v="4" actId="26606"/>
          <ac:spMkLst>
            <pc:docMk/>
            <pc:sldMk cId="1679709543" sldId="258"/>
            <ac:spMk id="3" creationId="{0725B800-F382-3686-1ACB-19F6E3521477}"/>
          </ac:spMkLst>
        </pc:spChg>
        <pc:spChg chg="add">
          <ac:chgData name="Raj Kumar Giri" userId="5a6d30a4971b3479" providerId="LiveId" clId="{6818CD3E-EC75-456D-92BD-D5F72A539070}" dt="2026-09-30T20:59:23.257" v="4" actId="26606"/>
          <ac:spMkLst>
            <pc:docMk/>
            <pc:sldMk cId="1679709543" sldId="258"/>
            <ac:spMk id="8" creationId="{907EF6B7-1338-4443-8C46-6A318D952DFD}"/>
          </ac:spMkLst>
        </pc:spChg>
        <pc:spChg chg="add">
          <ac:chgData name="Raj Kumar Giri" userId="5a6d30a4971b3479" providerId="LiveId" clId="{6818CD3E-EC75-456D-92BD-D5F72A539070}" dt="2026-09-30T20:59:23.257" v="4" actId="26606"/>
          <ac:spMkLst>
            <pc:docMk/>
            <pc:sldMk cId="1679709543" sldId="258"/>
            <ac:spMk id="10" creationId="{DAAE4CDD-124C-4DCF-9584-B6033B545DD5}"/>
          </ac:spMkLst>
        </pc:spChg>
        <pc:spChg chg="add">
          <ac:chgData name="Raj Kumar Giri" userId="5a6d30a4971b3479" providerId="LiveId" clId="{6818CD3E-EC75-456D-92BD-D5F72A539070}" dt="2026-09-30T20:59:23.257" v="4" actId="26606"/>
          <ac:spMkLst>
            <pc:docMk/>
            <pc:sldMk cId="1679709543" sldId="258"/>
            <ac:spMk id="12" creationId="{081E4A58-353D-44AE-B2FC-2A74E2E400F7}"/>
          </ac:spMkLst>
        </pc:spChg>
      </pc:sldChg>
      <pc:sldChg chg="addSp modSp mod setBg">
        <pc:chgData name="Raj Kumar Giri" userId="5a6d30a4971b3479" providerId="LiveId" clId="{6818CD3E-EC75-456D-92BD-D5F72A539070}" dt="2026-09-30T21:00:17.259" v="12" actId="26606"/>
        <pc:sldMkLst>
          <pc:docMk/>
          <pc:sldMk cId="2660231175" sldId="259"/>
        </pc:sldMkLst>
        <pc:spChg chg="mod">
          <ac:chgData name="Raj Kumar Giri" userId="5a6d30a4971b3479" providerId="LiveId" clId="{6818CD3E-EC75-456D-92BD-D5F72A539070}" dt="2026-09-30T21:00:17.259" v="12" actId="26606"/>
          <ac:spMkLst>
            <pc:docMk/>
            <pc:sldMk cId="2660231175" sldId="259"/>
            <ac:spMk id="2" creationId="{E857C11C-0272-A0B8-9469-D05504933BA5}"/>
          </ac:spMkLst>
        </pc:spChg>
        <pc:spChg chg="mod">
          <ac:chgData name="Raj Kumar Giri" userId="5a6d30a4971b3479" providerId="LiveId" clId="{6818CD3E-EC75-456D-92BD-D5F72A539070}" dt="2026-09-30T21:00:17.259" v="12" actId="26606"/>
          <ac:spMkLst>
            <pc:docMk/>
            <pc:sldMk cId="2660231175" sldId="259"/>
            <ac:spMk id="3" creationId="{A6E6358A-041E-C8EA-39CD-30FC98CA659F}"/>
          </ac:spMkLst>
        </pc:spChg>
        <pc:spChg chg="add">
          <ac:chgData name="Raj Kumar Giri" userId="5a6d30a4971b3479" providerId="LiveId" clId="{6818CD3E-EC75-456D-92BD-D5F72A539070}" dt="2026-09-30T21:00:17.259" v="12" actId="26606"/>
          <ac:spMkLst>
            <pc:docMk/>
            <pc:sldMk cId="2660231175" sldId="259"/>
            <ac:spMk id="8" creationId="{907EF6B7-1338-4443-8C46-6A318D952DFD}"/>
          </ac:spMkLst>
        </pc:spChg>
        <pc:spChg chg="add">
          <ac:chgData name="Raj Kumar Giri" userId="5a6d30a4971b3479" providerId="LiveId" clId="{6818CD3E-EC75-456D-92BD-D5F72A539070}" dt="2026-09-30T21:00:17.259" v="12" actId="26606"/>
          <ac:spMkLst>
            <pc:docMk/>
            <pc:sldMk cId="2660231175" sldId="259"/>
            <ac:spMk id="10" creationId="{DAAE4CDD-124C-4DCF-9584-B6033B545DD5}"/>
          </ac:spMkLst>
        </pc:spChg>
        <pc:spChg chg="add">
          <ac:chgData name="Raj Kumar Giri" userId="5a6d30a4971b3479" providerId="LiveId" clId="{6818CD3E-EC75-456D-92BD-D5F72A539070}" dt="2026-09-30T21:00:17.259" v="12" actId="26606"/>
          <ac:spMkLst>
            <pc:docMk/>
            <pc:sldMk cId="2660231175" sldId="259"/>
            <ac:spMk id="12" creationId="{081E4A58-353D-44AE-B2FC-2A74E2E400F7}"/>
          </ac:spMkLst>
        </pc:spChg>
      </pc:sldChg>
      <pc:sldChg chg="addSp modSp mod setBg">
        <pc:chgData name="Raj Kumar Giri" userId="5a6d30a4971b3479" providerId="LiveId" clId="{6818CD3E-EC75-456D-92BD-D5F72A539070}" dt="2026-09-30T21:00:10.043" v="11" actId="26606"/>
        <pc:sldMkLst>
          <pc:docMk/>
          <pc:sldMk cId="3158223830" sldId="261"/>
        </pc:sldMkLst>
        <pc:spChg chg="mod">
          <ac:chgData name="Raj Kumar Giri" userId="5a6d30a4971b3479" providerId="LiveId" clId="{6818CD3E-EC75-456D-92BD-D5F72A539070}" dt="2026-09-30T21:00:10.043" v="11" actId="26606"/>
          <ac:spMkLst>
            <pc:docMk/>
            <pc:sldMk cId="3158223830" sldId="261"/>
            <ac:spMk id="2" creationId="{D2E60704-E3AC-E86E-4426-ABE885F401A4}"/>
          </ac:spMkLst>
        </pc:spChg>
        <pc:spChg chg="mod">
          <ac:chgData name="Raj Kumar Giri" userId="5a6d30a4971b3479" providerId="LiveId" clId="{6818CD3E-EC75-456D-92BD-D5F72A539070}" dt="2026-09-30T21:00:10.043" v="11" actId="26606"/>
          <ac:spMkLst>
            <pc:docMk/>
            <pc:sldMk cId="3158223830" sldId="261"/>
            <ac:spMk id="3" creationId="{483DE746-54BD-E298-36E6-C941387A4F4D}"/>
          </ac:spMkLst>
        </pc:spChg>
        <pc:spChg chg="add">
          <ac:chgData name="Raj Kumar Giri" userId="5a6d30a4971b3479" providerId="LiveId" clId="{6818CD3E-EC75-456D-92BD-D5F72A539070}" dt="2026-09-30T21:00:10.043" v="11" actId="26606"/>
          <ac:spMkLst>
            <pc:docMk/>
            <pc:sldMk cId="3158223830" sldId="261"/>
            <ac:spMk id="8" creationId="{907EF6B7-1338-4443-8C46-6A318D952DFD}"/>
          </ac:spMkLst>
        </pc:spChg>
        <pc:spChg chg="add">
          <ac:chgData name="Raj Kumar Giri" userId="5a6d30a4971b3479" providerId="LiveId" clId="{6818CD3E-EC75-456D-92BD-D5F72A539070}" dt="2026-09-30T21:00:10.043" v="11" actId="26606"/>
          <ac:spMkLst>
            <pc:docMk/>
            <pc:sldMk cId="3158223830" sldId="261"/>
            <ac:spMk id="10" creationId="{DAAE4CDD-124C-4DCF-9584-B6033B545DD5}"/>
          </ac:spMkLst>
        </pc:spChg>
        <pc:spChg chg="add">
          <ac:chgData name="Raj Kumar Giri" userId="5a6d30a4971b3479" providerId="LiveId" clId="{6818CD3E-EC75-456D-92BD-D5F72A539070}" dt="2026-09-30T21:00:10.043" v="11" actId="26606"/>
          <ac:spMkLst>
            <pc:docMk/>
            <pc:sldMk cId="3158223830" sldId="261"/>
            <ac:spMk id="12" creationId="{081E4A58-353D-44AE-B2FC-2A74E2E400F7}"/>
          </ac:spMkLst>
        </pc:spChg>
      </pc:sldChg>
      <pc:sldChg chg="addSp modSp mod setBg">
        <pc:chgData name="Raj Kumar Giri" userId="5a6d30a4971b3479" providerId="LiveId" clId="{6818CD3E-EC75-456D-92BD-D5F72A539070}" dt="2026-09-30T20:59:48.842" v="9" actId="26606"/>
        <pc:sldMkLst>
          <pc:docMk/>
          <pc:sldMk cId="922094041" sldId="262"/>
        </pc:sldMkLst>
        <pc:spChg chg="mod">
          <ac:chgData name="Raj Kumar Giri" userId="5a6d30a4971b3479" providerId="LiveId" clId="{6818CD3E-EC75-456D-92BD-D5F72A539070}" dt="2026-09-30T20:59:48.842" v="9" actId="26606"/>
          <ac:spMkLst>
            <pc:docMk/>
            <pc:sldMk cId="922094041" sldId="262"/>
            <ac:spMk id="2" creationId="{3F1DE356-56BF-ED0C-73F3-33987463F9C7}"/>
          </ac:spMkLst>
        </pc:spChg>
        <pc:spChg chg="mod">
          <ac:chgData name="Raj Kumar Giri" userId="5a6d30a4971b3479" providerId="LiveId" clId="{6818CD3E-EC75-456D-92BD-D5F72A539070}" dt="2026-09-30T20:59:48.842" v="9" actId="26606"/>
          <ac:spMkLst>
            <pc:docMk/>
            <pc:sldMk cId="922094041" sldId="262"/>
            <ac:spMk id="3" creationId="{6FF24670-2B34-EF1F-FC3B-B66A6B61391F}"/>
          </ac:spMkLst>
        </pc:spChg>
        <pc:spChg chg="add">
          <ac:chgData name="Raj Kumar Giri" userId="5a6d30a4971b3479" providerId="LiveId" clId="{6818CD3E-EC75-456D-92BD-D5F72A539070}" dt="2026-09-30T20:59:48.842" v="9" actId="26606"/>
          <ac:spMkLst>
            <pc:docMk/>
            <pc:sldMk cId="922094041" sldId="262"/>
            <ac:spMk id="8" creationId="{F837543A-6020-4505-A233-C9DB4BF74011}"/>
          </ac:spMkLst>
        </pc:spChg>
        <pc:spChg chg="add">
          <ac:chgData name="Raj Kumar Giri" userId="5a6d30a4971b3479" providerId="LiveId" clId="{6818CD3E-EC75-456D-92BD-D5F72A539070}" dt="2026-09-30T20:59:48.842" v="9" actId="26606"/>
          <ac:spMkLst>
            <pc:docMk/>
            <pc:sldMk cId="922094041" sldId="262"/>
            <ac:spMk id="10" creationId="{35B16301-FB18-48BA-A6DD-C37CAF6F9A18}"/>
          </ac:spMkLst>
        </pc:spChg>
        <pc:spChg chg="add">
          <ac:chgData name="Raj Kumar Giri" userId="5a6d30a4971b3479" providerId="LiveId" clId="{6818CD3E-EC75-456D-92BD-D5F72A539070}" dt="2026-09-30T20:59:48.842" v="9" actId="26606"/>
          <ac:spMkLst>
            <pc:docMk/>
            <pc:sldMk cId="922094041" sldId="262"/>
            <ac:spMk id="12" creationId="{C3C0D90E-074A-4F52-9B11-B52BEF4BCBE5}"/>
          </ac:spMkLst>
        </pc:spChg>
        <pc:spChg chg="add">
          <ac:chgData name="Raj Kumar Giri" userId="5a6d30a4971b3479" providerId="LiveId" clId="{6818CD3E-EC75-456D-92BD-D5F72A539070}" dt="2026-09-30T20:59:48.842" v="9" actId="26606"/>
          <ac:spMkLst>
            <pc:docMk/>
            <pc:sldMk cId="922094041" sldId="262"/>
            <ac:spMk id="14" creationId="{CABBD4C1-E6F8-46F6-8152-A8A97490BF4D}"/>
          </ac:spMkLst>
        </pc:spChg>
        <pc:spChg chg="add">
          <ac:chgData name="Raj Kumar Giri" userId="5a6d30a4971b3479" providerId="LiveId" clId="{6818CD3E-EC75-456D-92BD-D5F72A539070}" dt="2026-09-30T20:59:48.842" v="9" actId="26606"/>
          <ac:spMkLst>
            <pc:docMk/>
            <pc:sldMk cId="922094041" sldId="262"/>
            <ac:spMk id="16" creationId="{83BA5EF5-1FE9-4BF9-83BB-269BCDDF6156}"/>
          </ac:spMkLst>
        </pc:spChg>
        <pc:spChg chg="add">
          <ac:chgData name="Raj Kumar Giri" userId="5a6d30a4971b3479" providerId="LiveId" clId="{6818CD3E-EC75-456D-92BD-D5F72A539070}" dt="2026-09-30T20:59:48.842" v="9" actId="26606"/>
          <ac:spMkLst>
            <pc:docMk/>
            <pc:sldMk cId="922094041" sldId="262"/>
            <ac:spMk id="20" creationId="{88853921-7BC9-4BDE-ACAB-133C683C82D6}"/>
          </ac:spMkLst>
        </pc:spChg>
        <pc:spChg chg="add">
          <ac:chgData name="Raj Kumar Giri" userId="5a6d30a4971b3479" providerId="LiveId" clId="{6818CD3E-EC75-456D-92BD-D5F72A539070}" dt="2026-09-30T20:59:48.842" v="9" actId="26606"/>
          <ac:spMkLst>
            <pc:docMk/>
            <pc:sldMk cId="922094041" sldId="262"/>
            <ac:spMk id="22" creationId="{09192968-3AE7-4470-A61C-97294BB92731}"/>
          </ac:spMkLst>
        </pc:spChg>
        <pc:spChg chg="add">
          <ac:chgData name="Raj Kumar Giri" userId="5a6d30a4971b3479" providerId="LiveId" clId="{6818CD3E-EC75-456D-92BD-D5F72A539070}" dt="2026-09-30T20:59:48.842" v="9" actId="26606"/>
          <ac:spMkLst>
            <pc:docMk/>
            <pc:sldMk cId="922094041" sldId="262"/>
            <ac:spMk id="24" creationId="{3AB72E55-43E4-4356-BFE8-E2102CB0B505}"/>
          </ac:spMkLst>
        </pc:spChg>
      </pc:sldChg>
      <pc:sldChg chg="addSp modSp mod setBg">
        <pc:chgData name="Raj Kumar Giri" userId="5a6d30a4971b3479" providerId="LiveId" clId="{6818CD3E-EC75-456D-92BD-D5F72A539070}" dt="2026-09-30T20:59:43.686" v="8" actId="26606"/>
        <pc:sldMkLst>
          <pc:docMk/>
          <pc:sldMk cId="1951433671" sldId="263"/>
        </pc:sldMkLst>
        <pc:spChg chg="mod">
          <ac:chgData name="Raj Kumar Giri" userId="5a6d30a4971b3479" providerId="LiveId" clId="{6818CD3E-EC75-456D-92BD-D5F72A539070}" dt="2026-09-30T20:59:43.686" v="8" actId="26606"/>
          <ac:spMkLst>
            <pc:docMk/>
            <pc:sldMk cId="1951433671" sldId="263"/>
            <ac:spMk id="2" creationId="{A9745358-6EFC-0B02-9EBF-7EB2B45D75BB}"/>
          </ac:spMkLst>
        </pc:spChg>
        <pc:spChg chg="mod">
          <ac:chgData name="Raj Kumar Giri" userId="5a6d30a4971b3479" providerId="LiveId" clId="{6818CD3E-EC75-456D-92BD-D5F72A539070}" dt="2026-09-30T20:59:43.686" v="8" actId="26606"/>
          <ac:spMkLst>
            <pc:docMk/>
            <pc:sldMk cId="1951433671" sldId="263"/>
            <ac:spMk id="3" creationId="{E96E9000-CF01-DCB6-E397-C27C080485AB}"/>
          </ac:spMkLst>
        </pc:spChg>
        <pc:spChg chg="add">
          <ac:chgData name="Raj Kumar Giri" userId="5a6d30a4971b3479" providerId="LiveId" clId="{6818CD3E-EC75-456D-92BD-D5F72A539070}" dt="2026-09-30T20:59:43.686" v="8" actId="26606"/>
          <ac:spMkLst>
            <pc:docMk/>
            <pc:sldMk cId="1951433671" sldId="263"/>
            <ac:spMk id="8" creationId="{F837543A-6020-4505-A233-C9DB4BF74011}"/>
          </ac:spMkLst>
        </pc:spChg>
        <pc:spChg chg="add">
          <ac:chgData name="Raj Kumar Giri" userId="5a6d30a4971b3479" providerId="LiveId" clId="{6818CD3E-EC75-456D-92BD-D5F72A539070}" dt="2026-09-30T20:59:43.686" v="8" actId="26606"/>
          <ac:spMkLst>
            <pc:docMk/>
            <pc:sldMk cId="1951433671" sldId="263"/>
            <ac:spMk id="10" creationId="{35B16301-FB18-48BA-A6DD-C37CAF6F9A18}"/>
          </ac:spMkLst>
        </pc:spChg>
        <pc:spChg chg="add">
          <ac:chgData name="Raj Kumar Giri" userId="5a6d30a4971b3479" providerId="LiveId" clId="{6818CD3E-EC75-456D-92BD-D5F72A539070}" dt="2026-09-30T20:59:43.686" v="8" actId="26606"/>
          <ac:spMkLst>
            <pc:docMk/>
            <pc:sldMk cId="1951433671" sldId="263"/>
            <ac:spMk id="12" creationId="{C3C0D90E-074A-4F52-9B11-B52BEF4BCBE5}"/>
          </ac:spMkLst>
        </pc:spChg>
        <pc:spChg chg="add">
          <ac:chgData name="Raj Kumar Giri" userId="5a6d30a4971b3479" providerId="LiveId" clId="{6818CD3E-EC75-456D-92BD-D5F72A539070}" dt="2026-09-30T20:59:43.686" v="8" actId="26606"/>
          <ac:spMkLst>
            <pc:docMk/>
            <pc:sldMk cId="1951433671" sldId="263"/>
            <ac:spMk id="14" creationId="{CABBD4C1-E6F8-46F6-8152-A8A97490BF4D}"/>
          </ac:spMkLst>
        </pc:spChg>
        <pc:spChg chg="add">
          <ac:chgData name="Raj Kumar Giri" userId="5a6d30a4971b3479" providerId="LiveId" clId="{6818CD3E-EC75-456D-92BD-D5F72A539070}" dt="2026-09-30T20:59:43.686" v="8" actId="26606"/>
          <ac:spMkLst>
            <pc:docMk/>
            <pc:sldMk cId="1951433671" sldId="263"/>
            <ac:spMk id="16" creationId="{83BA5EF5-1FE9-4BF9-83BB-269BCDDF6156}"/>
          </ac:spMkLst>
        </pc:spChg>
        <pc:spChg chg="add">
          <ac:chgData name="Raj Kumar Giri" userId="5a6d30a4971b3479" providerId="LiveId" clId="{6818CD3E-EC75-456D-92BD-D5F72A539070}" dt="2026-09-30T20:59:43.686" v="8" actId="26606"/>
          <ac:spMkLst>
            <pc:docMk/>
            <pc:sldMk cId="1951433671" sldId="263"/>
            <ac:spMk id="20" creationId="{88853921-7BC9-4BDE-ACAB-133C683C82D6}"/>
          </ac:spMkLst>
        </pc:spChg>
        <pc:spChg chg="add">
          <ac:chgData name="Raj Kumar Giri" userId="5a6d30a4971b3479" providerId="LiveId" clId="{6818CD3E-EC75-456D-92BD-D5F72A539070}" dt="2026-09-30T20:59:43.686" v="8" actId="26606"/>
          <ac:spMkLst>
            <pc:docMk/>
            <pc:sldMk cId="1951433671" sldId="263"/>
            <ac:spMk id="22" creationId="{09192968-3AE7-4470-A61C-97294BB92731}"/>
          </ac:spMkLst>
        </pc:spChg>
        <pc:spChg chg="add">
          <ac:chgData name="Raj Kumar Giri" userId="5a6d30a4971b3479" providerId="LiveId" clId="{6818CD3E-EC75-456D-92BD-D5F72A539070}" dt="2026-09-30T20:59:43.686" v="8" actId="26606"/>
          <ac:spMkLst>
            <pc:docMk/>
            <pc:sldMk cId="1951433671" sldId="263"/>
            <ac:spMk id="24" creationId="{3AB72E55-43E4-4356-BFE8-E2102CB0B505}"/>
          </ac:spMkLst>
        </pc:spChg>
      </pc:sldChg>
      <pc:sldChg chg="addSp modSp mod setBg">
        <pc:chgData name="Raj Kumar Giri" userId="5a6d30a4971b3479" providerId="LiveId" clId="{6818CD3E-EC75-456D-92BD-D5F72A539070}" dt="2026-09-30T20:59:38.399" v="7" actId="26606"/>
        <pc:sldMkLst>
          <pc:docMk/>
          <pc:sldMk cId="1710100296" sldId="264"/>
        </pc:sldMkLst>
        <pc:spChg chg="mod">
          <ac:chgData name="Raj Kumar Giri" userId="5a6d30a4971b3479" providerId="LiveId" clId="{6818CD3E-EC75-456D-92BD-D5F72A539070}" dt="2026-09-30T20:59:38.399" v="7" actId="26606"/>
          <ac:spMkLst>
            <pc:docMk/>
            <pc:sldMk cId="1710100296" sldId="264"/>
            <ac:spMk id="2" creationId="{ADF43FC6-A523-CAFD-EFDD-172A06A57B34}"/>
          </ac:spMkLst>
        </pc:spChg>
        <pc:spChg chg="mod">
          <ac:chgData name="Raj Kumar Giri" userId="5a6d30a4971b3479" providerId="LiveId" clId="{6818CD3E-EC75-456D-92BD-D5F72A539070}" dt="2026-09-30T20:59:38.399" v="7" actId="26606"/>
          <ac:spMkLst>
            <pc:docMk/>
            <pc:sldMk cId="1710100296" sldId="264"/>
            <ac:spMk id="3" creationId="{7FD7EB3C-F028-16F9-9BA8-4F92255C6EDE}"/>
          </ac:spMkLst>
        </pc:spChg>
        <pc:spChg chg="add">
          <ac:chgData name="Raj Kumar Giri" userId="5a6d30a4971b3479" providerId="LiveId" clId="{6818CD3E-EC75-456D-92BD-D5F72A539070}" dt="2026-09-30T20:59:38.399" v="7" actId="26606"/>
          <ac:spMkLst>
            <pc:docMk/>
            <pc:sldMk cId="1710100296" sldId="264"/>
            <ac:spMk id="8" creationId="{F837543A-6020-4505-A233-C9DB4BF74011}"/>
          </ac:spMkLst>
        </pc:spChg>
        <pc:spChg chg="add">
          <ac:chgData name="Raj Kumar Giri" userId="5a6d30a4971b3479" providerId="LiveId" clId="{6818CD3E-EC75-456D-92BD-D5F72A539070}" dt="2026-09-30T20:59:38.399" v="7" actId="26606"/>
          <ac:spMkLst>
            <pc:docMk/>
            <pc:sldMk cId="1710100296" sldId="264"/>
            <ac:spMk id="10" creationId="{35B16301-FB18-48BA-A6DD-C37CAF6F9A18}"/>
          </ac:spMkLst>
        </pc:spChg>
        <pc:spChg chg="add">
          <ac:chgData name="Raj Kumar Giri" userId="5a6d30a4971b3479" providerId="LiveId" clId="{6818CD3E-EC75-456D-92BD-D5F72A539070}" dt="2026-09-30T20:59:38.399" v="7" actId="26606"/>
          <ac:spMkLst>
            <pc:docMk/>
            <pc:sldMk cId="1710100296" sldId="264"/>
            <ac:spMk id="12" creationId="{C3C0D90E-074A-4F52-9B11-B52BEF4BCBE5}"/>
          </ac:spMkLst>
        </pc:spChg>
        <pc:spChg chg="add">
          <ac:chgData name="Raj Kumar Giri" userId="5a6d30a4971b3479" providerId="LiveId" clId="{6818CD3E-EC75-456D-92BD-D5F72A539070}" dt="2026-09-30T20:59:38.399" v="7" actId="26606"/>
          <ac:spMkLst>
            <pc:docMk/>
            <pc:sldMk cId="1710100296" sldId="264"/>
            <ac:spMk id="14" creationId="{CABBD4C1-E6F8-46F6-8152-A8A97490BF4D}"/>
          </ac:spMkLst>
        </pc:spChg>
        <pc:spChg chg="add">
          <ac:chgData name="Raj Kumar Giri" userId="5a6d30a4971b3479" providerId="LiveId" clId="{6818CD3E-EC75-456D-92BD-D5F72A539070}" dt="2026-09-30T20:59:38.399" v="7" actId="26606"/>
          <ac:spMkLst>
            <pc:docMk/>
            <pc:sldMk cId="1710100296" sldId="264"/>
            <ac:spMk id="16" creationId="{83BA5EF5-1FE9-4BF9-83BB-269BCDDF6156}"/>
          </ac:spMkLst>
        </pc:spChg>
        <pc:spChg chg="add">
          <ac:chgData name="Raj Kumar Giri" userId="5a6d30a4971b3479" providerId="LiveId" clId="{6818CD3E-EC75-456D-92BD-D5F72A539070}" dt="2026-09-30T20:59:38.399" v="7" actId="26606"/>
          <ac:spMkLst>
            <pc:docMk/>
            <pc:sldMk cId="1710100296" sldId="264"/>
            <ac:spMk id="20" creationId="{88853921-7BC9-4BDE-ACAB-133C683C82D6}"/>
          </ac:spMkLst>
        </pc:spChg>
        <pc:spChg chg="add">
          <ac:chgData name="Raj Kumar Giri" userId="5a6d30a4971b3479" providerId="LiveId" clId="{6818CD3E-EC75-456D-92BD-D5F72A539070}" dt="2026-09-30T20:59:38.399" v="7" actId="26606"/>
          <ac:spMkLst>
            <pc:docMk/>
            <pc:sldMk cId="1710100296" sldId="264"/>
            <ac:spMk id="22" creationId="{09192968-3AE7-4470-A61C-97294BB92731}"/>
          </ac:spMkLst>
        </pc:spChg>
        <pc:spChg chg="add">
          <ac:chgData name="Raj Kumar Giri" userId="5a6d30a4971b3479" providerId="LiveId" clId="{6818CD3E-EC75-456D-92BD-D5F72A539070}" dt="2026-09-30T20:59:38.399" v="7" actId="26606"/>
          <ac:spMkLst>
            <pc:docMk/>
            <pc:sldMk cId="1710100296" sldId="264"/>
            <ac:spMk id="24" creationId="{3AB72E55-43E4-4356-BFE8-E2102CB0B505}"/>
          </ac:spMkLst>
        </pc:spChg>
      </pc:sldChg>
      <pc:sldChg chg="addSp modSp mod setBg">
        <pc:chgData name="Raj Kumar Giri" userId="5a6d30a4971b3479" providerId="LiveId" clId="{6818CD3E-EC75-456D-92BD-D5F72A539070}" dt="2026-09-30T20:59:33.526" v="6" actId="26606"/>
        <pc:sldMkLst>
          <pc:docMk/>
          <pc:sldMk cId="3254234828" sldId="265"/>
        </pc:sldMkLst>
        <pc:spChg chg="mod">
          <ac:chgData name="Raj Kumar Giri" userId="5a6d30a4971b3479" providerId="LiveId" clId="{6818CD3E-EC75-456D-92BD-D5F72A539070}" dt="2026-09-30T20:59:33.526" v="6" actId="26606"/>
          <ac:spMkLst>
            <pc:docMk/>
            <pc:sldMk cId="3254234828" sldId="265"/>
            <ac:spMk id="2" creationId="{A70314B6-F0FF-52AC-E27B-DCEFC6D16609}"/>
          </ac:spMkLst>
        </pc:spChg>
        <pc:spChg chg="mod">
          <ac:chgData name="Raj Kumar Giri" userId="5a6d30a4971b3479" providerId="LiveId" clId="{6818CD3E-EC75-456D-92BD-D5F72A539070}" dt="2026-09-30T20:59:33.526" v="6" actId="26606"/>
          <ac:spMkLst>
            <pc:docMk/>
            <pc:sldMk cId="3254234828" sldId="265"/>
            <ac:spMk id="3" creationId="{0B1C3270-8784-DBB8-8F25-F3114D696AEE}"/>
          </ac:spMkLst>
        </pc:spChg>
        <pc:spChg chg="add">
          <ac:chgData name="Raj Kumar Giri" userId="5a6d30a4971b3479" providerId="LiveId" clId="{6818CD3E-EC75-456D-92BD-D5F72A539070}" dt="2026-09-30T20:59:33.526" v="6" actId="26606"/>
          <ac:spMkLst>
            <pc:docMk/>
            <pc:sldMk cId="3254234828" sldId="265"/>
            <ac:spMk id="8" creationId="{F837543A-6020-4505-A233-C9DB4BF74011}"/>
          </ac:spMkLst>
        </pc:spChg>
        <pc:spChg chg="add">
          <ac:chgData name="Raj Kumar Giri" userId="5a6d30a4971b3479" providerId="LiveId" clId="{6818CD3E-EC75-456D-92BD-D5F72A539070}" dt="2026-09-30T20:59:33.526" v="6" actId="26606"/>
          <ac:spMkLst>
            <pc:docMk/>
            <pc:sldMk cId="3254234828" sldId="265"/>
            <ac:spMk id="10" creationId="{35B16301-FB18-48BA-A6DD-C37CAF6F9A18}"/>
          </ac:spMkLst>
        </pc:spChg>
        <pc:spChg chg="add">
          <ac:chgData name="Raj Kumar Giri" userId="5a6d30a4971b3479" providerId="LiveId" clId="{6818CD3E-EC75-456D-92BD-D5F72A539070}" dt="2026-09-30T20:59:33.526" v="6" actId="26606"/>
          <ac:spMkLst>
            <pc:docMk/>
            <pc:sldMk cId="3254234828" sldId="265"/>
            <ac:spMk id="12" creationId="{C3C0D90E-074A-4F52-9B11-B52BEF4BCBE5}"/>
          </ac:spMkLst>
        </pc:spChg>
        <pc:spChg chg="add">
          <ac:chgData name="Raj Kumar Giri" userId="5a6d30a4971b3479" providerId="LiveId" clId="{6818CD3E-EC75-456D-92BD-D5F72A539070}" dt="2026-09-30T20:59:33.526" v="6" actId="26606"/>
          <ac:spMkLst>
            <pc:docMk/>
            <pc:sldMk cId="3254234828" sldId="265"/>
            <ac:spMk id="14" creationId="{CABBD4C1-E6F8-46F6-8152-A8A97490BF4D}"/>
          </ac:spMkLst>
        </pc:spChg>
        <pc:spChg chg="add">
          <ac:chgData name="Raj Kumar Giri" userId="5a6d30a4971b3479" providerId="LiveId" clId="{6818CD3E-EC75-456D-92BD-D5F72A539070}" dt="2026-09-30T20:59:33.526" v="6" actId="26606"/>
          <ac:spMkLst>
            <pc:docMk/>
            <pc:sldMk cId="3254234828" sldId="265"/>
            <ac:spMk id="16" creationId="{83BA5EF5-1FE9-4BF9-83BB-269BCDDF6156}"/>
          </ac:spMkLst>
        </pc:spChg>
        <pc:spChg chg="add">
          <ac:chgData name="Raj Kumar Giri" userId="5a6d30a4971b3479" providerId="LiveId" clId="{6818CD3E-EC75-456D-92BD-D5F72A539070}" dt="2026-09-30T20:59:33.526" v="6" actId="26606"/>
          <ac:spMkLst>
            <pc:docMk/>
            <pc:sldMk cId="3254234828" sldId="265"/>
            <ac:spMk id="20" creationId="{88853921-7BC9-4BDE-ACAB-133C683C82D6}"/>
          </ac:spMkLst>
        </pc:spChg>
        <pc:spChg chg="add">
          <ac:chgData name="Raj Kumar Giri" userId="5a6d30a4971b3479" providerId="LiveId" clId="{6818CD3E-EC75-456D-92BD-D5F72A539070}" dt="2026-09-30T20:59:33.526" v="6" actId="26606"/>
          <ac:spMkLst>
            <pc:docMk/>
            <pc:sldMk cId="3254234828" sldId="265"/>
            <ac:spMk id="22" creationId="{09192968-3AE7-4470-A61C-97294BB92731}"/>
          </ac:spMkLst>
        </pc:spChg>
        <pc:spChg chg="add">
          <ac:chgData name="Raj Kumar Giri" userId="5a6d30a4971b3479" providerId="LiveId" clId="{6818CD3E-EC75-456D-92BD-D5F72A539070}" dt="2026-09-30T20:59:33.526" v="6" actId="26606"/>
          <ac:spMkLst>
            <pc:docMk/>
            <pc:sldMk cId="3254234828" sldId="265"/>
            <ac:spMk id="24" creationId="{3AB72E55-43E4-4356-BFE8-E2102CB0B505}"/>
          </ac:spMkLst>
        </pc:spChg>
      </pc:sldChg>
      <pc:sldChg chg="addSp modSp mod setBg">
        <pc:chgData name="Raj Kumar Giri" userId="5a6d30a4971b3479" providerId="LiveId" clId="{6818CD3E-EC75-456D-92BD-D5F72A539070}" dt="2026-09-30T20:59:28.376" v="5" actId="26606"/>
        <pc:sldMkLst>
          <pc:docMk/>
          <pc:sldMk cId="686028185" sldId="266"/>
        </pc:sldMkLst>
        <pc:spChg chg="mod">
          <ac:chgData name="Raj Kumar Giri" userId="5a6d30a4971b3479" providerId="LiveId" clId="{6818CD3E-EC75-456D-92BD-D5F72A539070}" dt="2026-09-30T20:59:28.376" v="5" actId="26606"/>
          <ac:spMkLst>
            <pc:docMk/>
            <pc:sldMk cId="686028185" sldId="266"/>
            <ac:spMk id="2" creationId="{BA9FD340-6992-5EA2-9DC7-E005D10161E5}"/>
          </ac:spMkLst>
        </pc:spChg>
        <pc:spChg chg="mod">
          <ac:chgData name="Raj Kumar Giri" userId="5a6d30a4971b3479" providerId="LiveId" clId="{6818CD3E-EC75-456D-92BD-D5F72A539070}" dt="2026-09-30T20:59:28.376" v="5" actId="26606"/>
          <ac:spMkLst>
            <pc:docMk/>
            <pc:sldMk cId="686028185" sldId="266"/>
            <ac:spMk id="3" creationId="{5BAA31CF-0C87-71DB-5786-F12010748A01}"/>
          </ac:spMkLst>
        </pc:spChg>
        <pc:spChg chg="add">
          <ac:chgData name="Raj Kumar Giri" userId="5a6d30a4971b3479" providerId="LiveId" clId="{6818CD3E-EC75-456D-92BD-D5F72A539070}" dt="2026-09-30T20:59:28.376" v="5" actId="26606"/>
          <ac:spMkLst>
            <pc:docMk/>
            <pc:sldMk cId="686028185" sldId="266"/>
            <ac:spMk id="8" creationId="{F837543A-6020-4505-A233-C9DB4BF74011}"/>
          </ac:spMkLst>
        </pc:spChg>
        <pc:spChg chg="add">
          <ac:chgData name="Raj Kumar Giri" userId="5a6d30a4971b3479" providerId="LiveId" clId="{6818CD3E-EC75-456D-92BD-D5F72A539070}" dt="2026-09-30T20:59:28.376" v="5" actId="26606"/>
          <ac:spMkLst>
            <pc:docMk/>
            <pc:sldMk cId="686028185" sldId="266"/>
            <ac:spMk id="10" creationId="{35B16301-FB18-48BA-A6DD-C37CAF6F9A18}"/>
          </ac:spMkLst>
        </pc:spChg>
        <pc:spChg chg="add">
          <ac:chgData name="Raj Kumar Giri" userId="5a6d30a4971b3479" providerId="LiveId" clId="{6818CD3E-EC75-456D-92BD-D5F72A539070}" dt="2026-09-30T20:59:28.376" v="5" actId="26606"/>
          <ac:spMkLst>
            <pc:docMk/>
            <pc:sldMk cId="686028185" sldId="266"/>
            <ac:spMk id="12" creationId="{C3C0D90E-074A-4F52-9B11-B52BEF4BCBE5}"/>
          </ac:spMkLst>
        </pc:spChg>
        <pc:spChg chg="add">
          <ac:chgData name="Raj Kumar Giri" userId="5a6d30a4971b3479" providerId="LiveId" clId="{6818CD3E-EC75-456D-92BD-D5F72A539070}" dt="2026-09-30T20:59:28.376" v="5" actId="26606"/>
          <ac:spMkLst>
            <pc:docMk/>
            <pc:sldMk cId="686028185" sldId="266"/>
            <ac:spMk id="14" creationId="{CABBD4C1-E6F8-46F6-8152-A8A97490BF4D}"/>
          </ac:spMkLst>
        </pc:spChg>
        <pc:spChg chg="add">
          <ac:chgData name="Raj Kumar Giri" userId="5a6d30a4971b3479" providerId="LiveId" clId="{6818CD3E-EC75-456D-92BD-D5F72A539070}" dt="2026-09-30T20:59:28.376" v="5" actId="26606"/>
          <ac:spMkLst>
            <pc:docMk/>
            <pc:sldMk cId="686028185" sldId="266"/>
            <ac:spMk id="16" creationId="{83BA5EF5-1FE9-4BF9-83BB-269BCDDF6156}"/>
          </ac:spMkLst>
        </pc:spChg>
        <pc:spChg chg="add">
          <ac:chgData name="Raj Kumar Giri" userId="5a6d30a4971b3479" providerId="LiveId" clId="{6818CD3E-EC75-456D-92BD-D5F72A539070}" dt="2026-09-30T20:59:28.376" v="5" actId="26606"/>
          <ac:spMkLst>
            <pc:docMk/>
            <pc:sldMk cId="686028185" sldId="266"/>
            <ac:spMk id="20" creationId="{88853921-7BC9-4BDE-ACAB-133C683C82D6}"/>
          </ac:spMkLst>
        </pc:spChg>
        <pc:spChg chg="add">
          <ac:chgData name="Raj Kumar Giri" userId="5a6d30a4971b3479" providerId="LiveId" clId="{6818CD3E-EC75-456D-92BD-D5F72A539070}" dt="2026-09-30T20:59:28.376" v="5" actId="26606"/>
          <ac:spMkLst>
            <pc:docMk/>
            <pc:sldMk cId="686028185" sldId="266"/>
            <ac:spMk id="22" creationId="{09192968-3AE7-4470-A61C-97294BB92731}"/>
          </ac:spMkLst>
        </pc:spChg>
        <pc:spChg chg="add">
          <ac:chgData name="Raj Kumar Giri" userId="5a6d30a4971b3479" providerId="LiveId" clId="{6818CD3E-EC75-456D-92BD-D5F72A539070}" dt="2026-09-30T20:59:28.376" v="5" actId="26606"/>
          <ac:spMkLst>
            <pc:docMk/>
            <pc:sldMk cId="686028185" sldId="266"/>
            <ac:spMk id="24" creationId="{3AB72E55-43E4-4356-BFE8-E2102CB0B50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DF8A4-ECF0-0B2B-9040-80DCAB4CDF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EFD05D-7CEB-7F2F-7C43-C8128A2B1E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EEBD3-3279-71BE-CB13-C988F0B9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58F9C-017C-4BA3-BD95-B2E9F72B29B8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39CA2-FE0E-8A91-0423-9C5B5E727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DF8D2-1C70-B589-CAF8-0FE26B2F5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FFAEB-3D0C-4A92-981D-B7D4A203B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614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583A8-DC53-2663-8228-8E3AA597A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8C8D7-49BD-44C0-E1BF-81114FA3EF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25570-4CF5-455D-B773-8251B2D29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58F9C-017C-4BA3-BD95-B2E9F72B29B8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A6501-D4CF-C06F-3A7B-991325FBB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66752F-EC0D-9ADB-7CB1-C58E72C33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FFAEB-3D0C-4A92-981D-B7D4A203B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154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E72BB-FA1A-3308-09AD-F2C961ADA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1F195-4DC5-A9C4-E791-991CB65BC5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8B29F-CF49-7E52-4A5A-75BE13F8F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58F9C-017C-4BA3-BD95-B2E9F72B29B8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A1ADCE-3D55-50A2-268D-52ED070BA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40D9B-E141-666B-6C0C-93191AB8F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FFAEB-3D0C-4A92-981D-B7D4A203B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247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3C75B-68D3-19A9-5DAC-69AAA6FE8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16EE3-41FF-64EB-6B92-6C2AB7544B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C2D2BB-5E25-C22F-EFF7-C2D8E95CEC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D99878-A1E7-999E-EB84-3E0E3C4FD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58F9C-017C-4BA3-BD95-B2E9F72B29B8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788662-0C8A-F56A-B5F3-94B1D3278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85ED13-B447-96B3-B3F5-F725DEB85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FFAEB-3D0C-4A92-981D-B7D4A203B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078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B2181-85CF-9DBF-7806-CA621990E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F336A4-3252-3BC1-3E5B-802EDB3B0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A5EFF7-1979-DDE2-98EE-4D940E33EB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462D07-666D-69CE-C280-392CB5B1E2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6FED5D-5005-C9CE-3D06-B53F297D16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5DFB73-57ED-89BF-247F-ED93831C0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58F9C-017C-4BA3-BD95-B2E9F72B29B8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9ACC25-A39D-CDB0-E708-B0CFD7FF0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A5F091-622F-F024-927B-7B062373F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FFAEB-3D0C-4A92-981D-B7D4A203B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324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7DD90-AB0B-D0F3-57FE-16DDCDBC7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C4C0EA-06E3-8A0C-42F6-116338AC1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58F9C-017C-4BA3-BD95-B2E9F72B29B8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3F8C15-B6B9-F74B-35CE-88EBA18E0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4E9E1B-FB0A-B0F3-8625-0A996181E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FFAEB-3D0C-4A92-981D-B7D4A203B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385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A6D00E-421E-80A5-5BCC-704C7C186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58F9C-017C-4BA3-BD95-B2E9F72B29B8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3FE907-B787-821D-AE16-DE69CA563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F425CE-F756-9AB7-43F8-46748E2E6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FFAEB-3D0C-4A92-981D-B7D4A203B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234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A69D5-AE0A-D8F0-72D5-A9615A130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C8CD9-324B-B97C-9F36-8217242770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3C8874-DB48-EB0C-6CC1-2B0DA659C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DA87BD-756E-A8A2-5BC5-39F669488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58F9C-017C-4BA3-BD95-B2E9F72B29B8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24550F-2B54-1B1A-BCBB-166CB1816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0E7594-82A0-5818-2094-342666247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FFAEB-3D0C-4A92-981D-B7D4A203B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350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A010A-3C50-0E89-8141-A1155EB93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4F859D-B486-17B3-1576-A65DED8308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F1B6A9-F591-C3E9-B368-B9F45C6DAD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A73A23-11F7-1653-FDC9-9B8210980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58F9C-017C-4BA3-BD95-B2E9F72B29B8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E418DC-4EB0-E700-4630-FCD782A4C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80B40F-C13B-0A3C-B9AC-D052EE5B0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FFAEB-3D0C-4A92-981D-B7D4A203B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46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DDA8F-12D4-F591-1FEA-4967AE451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C3B537-CA01-13B5-E771-513C7AE109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3511F-BDE3-4104-A714-A76E25156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58F9C-017C-4BA3-BD95-B2E9F72B29B8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2080C-D4BD-DA2F-B400-88BBF5083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BD1A8-6FCF-B934-266D-F4423E046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FFAEB-3D0C-4A92-981D-B7D4A203B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385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115606-0B47-FB9B-2E51-BF5401B418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833B73-BF0E-6042-D908-F75200BF40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DA862A-E3B9-C89F-6640-7594FBFB8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58F9C-017C-4BA3-BD95-B2E9F72B29B8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AC6D60-7E2C-48BC-7AA0-678577449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F52997-D51F-E0B4-D2C1-E38E6960A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FFAEB-3D0C-4A92-981D-B7D4A203B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503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8ED339-FCEA-0008-2E19-9512C2959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B2D92B-0763-6822-1BD4-5368F8B9C6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A4B05-0F6E-0792-93C2-80FD7AE2CC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F58F9C-017C-4BA3-BD95-B2E9F72B29B8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4D4BE-CFEE-52E7-5983-396761006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FE6FD-1335-2BDF-B636-09A373EDDB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BFFAEB-3D0C-4A92-981D-B7D4A203B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049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thank-you-signage-2072165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1154B7-5047-526F-1A92-15F1C26BB8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0430" y="583345"/>
            <a:ext cx="7160357" cy="4164820"/>
          </a:xfrm>
        </p:spPr>
        <p:txBody>
          <a:bodyPr>
            <a:normAutofit/>
          </a:bodyPr>
          <a:lstStyle/>
          <a:p>
            <a:pPr algn="r"/>
            <a:r>
              <a:rPr lang="en-US" sz="8000">
                <a:solidFill>
                  <a:srgbClr val="FFFFFF"/>
                </a:solidFill>
              </a:rPr>
              <a:t>Amazon OpenSearch Service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8FCBCF-528B-DADE-7E59-5924F9BB13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8228" y="5972174"/>
            <a:ext cx="8578699" cy="504825"/>
          </a:xfrm>
        </p:spPr>
        <p:txBody>
          <a:bodyPr>
            <a:normAutofit/>
          </a:bodyPr>
          <a:lstStyle/>
          <a:p>
            <a:pPr algn="l"/>
            <a:r>
              <a:rPr lang="en-US" sz="2000">
                <a:solidFill>
                  <a:srgbClr val="FFFFFF"/>
                </a:solidFill>
              </a:rPr>
              <a:t>GTech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8208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F8A29-D4FB-59AF-3789-578D54414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Content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230A4-8550-A37D-B369-52C632F5B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Amazon OpenSearch Service</a:t>
            </a:r>
          </a:p>
          <a:p>
            <a:r>
              <a:rPr lang="en-US" dirty="0"/>
              <a:t>OpenSearch as a Vector Store</a:t>
            </a:r>
          </a:p>
          <a:p>
            <a:r>
              <a:rPr lang="en-US" dirty="0"/>
              <a:t>Semantic search vs Keyword Search</a:t>
            </a:r>
          </a:p>
          <a:p>
            <a:r>
              <a:rPr lang="en-US" dirty="0"/>
              <a:t>Hybrid Search</a:t>
            </a:r>
          </a:p>
          <a:p>
            <a:r>
              <a:rPr lang="en-US" dirty="0"/>
              <a:t>OpenSearch Serverless</a:t>
            </a:r>
          </a:p>
          <a:p>
            <a:r>
              <a:rPr lang="en-US" dirty="0"/>
              <a:t>Vector Search Engines</a:t>
            </a:r>
          </a:p>
          <a:p>
            <a:r>
              <a:rPr lang="en-US" dirty="0"/>
              <a:t>OpenSearch Performance and Sharding</a:t>
            </a:r>
          </a:p>
          <a:p>
            <a:r>
              <a:rPr lang="en-US" dirty="0"/>
              <a:t>OpenSearch in a RAG Architecture</a:t>
            </a:r>
          </a:p>
          <a:p>
            <a:r>
              <a:rPr lang="en-US" dirty="0"/>
              <a:t>Conclusion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073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27C1B8-C351-559D-10B8-4381875AF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Amazon OpenSearch Service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5B800-F382-3686-1ACB-19F6E3521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Managed search and analytics service</a:t>
            </a:r>
          </a:p>
          <a:p>
            <a:r>
              <a:rPr lang="en-US" dirty="0"/>
              <a:t>Supports text and vector search</a:t>
            </a:r>
          </a:p>
          <a:p>
            <a:r>
              <a:rPr lang="en-US" dirty="0"/>
              <a:t>Used for semantic search and RAG</a:t>
            </a:r>
          </a:p>
          <a:p>
            <a:r>
              <a:rPr lang="en-US" dirty="0"/>
              <a:t>Stores embeddings and metadata</a:t>
            </a:r>
          </a:p>
          <a:p>
            <a:r>
              <a:rPr lang="en-US" dirty="0"/>
              <a:t>Supports amazon OpenSearch serverless</a:t>
            </a:r>
          </a:p>
        </p:txBody>
      </p:sp>
    </p:spTree>
    <p:extLst>
      <p:ext uri="{BB962C8B-B14F-4D97-AF65-F5344CB8AC3E}">
        <p14:creationId xmlns:p14="http://schemas.microsoft.com/office/powerpoint/2010/main" val="1679709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9FD340-6992-5EA2-9DC7-E005D1016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en-US" dirty="0"/>
              <a:t>OpenSearch as a Vector Store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A31CF-0C87-71DB-5786-F12010748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58489" cy="4351338"/>
          </a:xfrm>
        </p:spPr>
        <p:txBody>
          <a:bodyPr>
            <a:normAutofit/>
          </a:bodyPr>
          <a:lstStyle/>
          <a:p>
            <a:r>
              <a:rPr lang="en-US" dirty="0"/>
              <a:t>Stores vector embeddings</a:t>
            </a:r>
          </a:p>
          <a:p>
            <a:r>
              <a:rPr lang="en-US" dirty="0"/>
              <a:t>Stores document information</a:t>
            </a:r>
          </a:p>
          <a:p>
            <a:r>
              <a:rPr lang="en-US" dirty="0"/>
              <a:t>Stores metadata</a:t>
            </a:r>
          </a:p>
          <a:p>
            <a:r>
              <a:rPr lang="en-US" dirty="0"/>
              <a:t>Supports similarity search</a:t>
            </a:r>
          </a:p>
          <a:p>
            <a:r>
              <a:rPr lang="en-US" dirty="0"/>
              <a:t>Retrieves relevant document chunks</a:t>
            </a:r>
          </a:p>
          <a:p>
            <a:r>
              <a:rPr lang="en-US" dirty="0"/>
              <a:t>Useful for RAG applications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028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0314B6-F0FF-52AC-E27B-DCEFC6D16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en-US" dirty="0"/>
              <a:t>Semantic Search vs Keyword Search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C3270-8784-DBB8-8F25-F3114D696A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58489" cy="4351338"/>
          </a:xfrm>
        </p:spPr>
        <p:txBody>
          <a:bodyPr>
            <a:normAutofit/>
          </a:bodyPr>
          <a:lstStyle/>
          <a:p>
            <a:r>
              <a:rPr lang="en-US" dirty="0"/>
              <a:t>Keyword Search</a:t>
            </a:r>
          </a:p>
          <a:p>
            <a:pPr lvl="1"/>
            <a:r>
              <a:rPr lang="en-US" dirty="0"/>
              <a:t>Matches specific words</a:t>
            </a:r>
          </a:p>
          <a:p>
            <a:pPr lvl="1"/>
            <a:r>
              <a:rPr lang="en-US" dirty="0"/>
              <a:t>Based on text terms</a:t>
            </a:r>
          </a:p>
          <a:p>
            <a:pPr lvl="1"/>
            <a:r>
              <a:rPr lang="en-US" dirty="0"/>
              <a:t>Useful for exact searches</a:t>
            </a:r>
          </a:p>
          <a:p>
            <a:r>
              <a:rPr lang="en-US" dirty="0"/>
              <a:t>Semantic Search</a:t>
            </a:r>
          </a:p>
          <a:p>
            <a:pPr lvl="1"/>
            <a:r>
              <a:rPr lang="en-US" dirty="0"/>
              <a:t>Uses vector embeddings</a:t>
            </a:r>
          </a:p>
          <a:p>
            <a:pPr lvl="1"/>
            <a:r>
              <a:rPr lang="en-US" dirty="0"/>
              <a:t>Searches by meaning </a:t>
            </a:r>
          </a:p>
          <a:p>
            <a:pPr lvl="1"/>
            <a:r>
              <a:rPr lang="en-US" dirty="0"/>
              <a:t>Useful for Generative AI and RAG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234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F43FC6-A523-CAFD-EFDD-172A06A57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en-US" dirty="0"/>
              <a:t>Hybrid Search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7EB3C-F028-16F9-9BA8-4F92255C6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58489" cy="4351338"/>
          </a:xfrm>
        </p:spPr>
        <p:txBody>
          <a:bodyPr>
            <a:normAutofit/>
          </a:bodyPr>
          <a:lstStyle/>
          <a:p>
            <a:r>
              <a:rPr lang="en-US" dirty="0"/>
              <a:t>Combines keyword and vector search</a:t>
            </a:r>
          </a:p>
          <a:p>
            <a:r>
              <a:rPr lang="en-US" dirty="0"/>
              <a:t>Uses exact terms + semantic meaning</a:t>
            </a:r>
          </a:p>
          <a:p>
            <a:r>
              <a:rPr lang="en-US" dirty="0"/>
              <a:t>Can improve retrieval relevance</a:t>
            </a:r>
          </a:p>
          <a:p>
            <a:r>
              <a:rPr lang="en-US" dirty="0"/>
              <a:t>Supports metadata filtering</a:t>
            </a:r>
          </a:p>
          <a:p>
            <a:r>
              <a:rPr lang="en-US" dirty="0"/>
              <a:t>Useful for RAG applications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1002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745358-6EFC-0B02-9EBF-7EB2B45D7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en-US" dirty="0"/>
              <a:t>OpenSearch Serverless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E9000-CF01-DCB6-E397-C27C08048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58489" cy="4351338"/>
          </a:xfrm>
        </p:spPr>
        <p:txBody>
          <a:bodyPr>
            <a:normAutofit/>
          </a:bodyPr>
          <a:lstStyle/>
          <a:p>
            <a:r>
              <a:rPr lang="en-US" dirty="0"/>
              <a:t>On-demand scaling</a:t>
            </a:r>
          </a:p>
          <a:p>
            <a:r>
              <a:rPr lang="en-US" dirty="0"/>
              <a:t>Uses collections</a:t>
            </a:r>
          </a:p>
          <a:p>
            <a:r>
              <a:rPr lang="en-US" dirty="0"/>
              <a:t>No domain management</a:t>
            </a:r>
          </a:p>
          <a:p>
            <a:r>
              <a:rPr lang="en-US" dirty="0"/>
              <a:t>Search or time-series collections</a:t>
            </a:r>
          </a:p>
          <a:p>
            <a:r>
              <a:rPr lang="en-US" dirty="0"/>
              <a:t>Uses OpenSearch compute Units</a:t>
            </a:r>
          </a:p>
          <a:p>
            <a:r>
              <a:rPr lang="en-US" dirty="0"/>
              <a:t>Encryption and access policies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433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1DE356-56BF-ED0C-73F3-33987463F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en-US" dirty="0"/>
              <a:t>Vector Search Engines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24670-2B34-EF1F-FC3B-B66A6B6139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5848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OpenSearch Vector Engines</a:t>
            </a:r>
          </a:p>
          <a:p>
            <a:r>
              <a:rPr lang="en-US" dirty="0"/>
              <a:t>FAISS</a:t>
            </a:r>
          </a:p>
          <a:p>
            <a:r>
              <a:rPr lang="en-US" dirty="0" err="1"/>
              <a:t>NMSLib</a:t>
            </a:r>
            <a:endParaRPr lang="en-US" dirty="0"/>
          </a:p>
          <a:p>
            <a:r>
              <a:rPr lang="en-US" dirty="0"/>
              <a:t>Apache Lucene</a:t>
            </a:r>
          </a:p>
          <a:p>
            <a:r>
              <a:rPr lang="en-US" dirty="0"/>
              <a:t>Exact Nearest Neighbor</a:t>
            </a:r>
          </a:p>
          <a:p>
            <a:r>
              <a:rPr lang="en-US" dirty="0"/>
              <a:t>Approximate Nearest Neighbor</a:t>
            </a:r>
          </a:p>
          <a:p>
            <a:r>
              <a:rPr lang="en-US" dirty="0"/>
              <a:t>HNSW and IVF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094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E60704-E3AC-E86E-4426-ABE885F40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OpenSearch Performance and Sharding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DE746-54BD-E298-36E6-C941387A4F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Use appropriate shard sizes</a:t>
            </a:r>
          </a:p>
          <a:p>
            <a:r>
              <a:rPr lang="en-US" dirty="0"/>
              <a:t>Avoid too many shards</a:t>
            </a:r>
          </a:p>
          <a:p>
            <a:r>
              <a:rPr lang="en-US" dirty="0"/>
              <a:t>Balance shard allocation</a:t>
            </a:r>
          </a:p>
          <a:p>
            <a:r>
              <a:rPr lang="en-US" dirty="0"/>
              <a:t>Monitor JVM memory pressure</a:t>
            </a:r>
          </a:p>
          <a:p>
            <a:r>
              <a:rPr lang="en-US" dirty="0"/>
              <a:t>Fewer shards can improve performance</a:t>
            </a:r>
          </a:p>
          <a:p>
            <a:r>
              <a:rPr lang="en-US" dirty="0"/>
              <a:t>Delete unused indexes</a:t>
            </a:r>
          </a:p>
        </p:txBody>
      </p:sp>
    </p:spTree>
    <p:extLst>
      <p:ext uri="{BB962C8B-B14F-4D97-AF65-F5344CB8AC3E}">
        <p14:creationId xmlns:p14="http://schemas.microsoft.com/office/powerpoint/2010/main" val="3158223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20ED4-92CC-DB00-D1DB-A572F42A7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OpenSearch in a RAG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868B3-6821-141E-4D16-133CBAA23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OpenSearch + Amazon Bedrock + RAG</a:t>
            </a:r>
          </a:p>
          <a:p>
            <a:r>
              <a:rPr lang="en-US" dirty="0"/>
              <a:t>Documents stored in Amazon S3</a:t>
            </a:r>
          </a:p>
          <a:p>
            <a:r>
              <a:rPr lang="en-US" dirty="0"/>
              <a:t>Documents are chunked</a:t>
            </a:r>
          </a:p>
          <a:p>
            <a:r>
              <a:rPr lang="en-US" dirty="0"/>
              <a:t>Embeddings are generated</a:t>
            </a:r>
          </a:p>
          <a:p>
            <a:r>
              <a:rPr lang="en-US" dirty="0"/>
              <a:t>Embeddings stored in OpenSearch</a:t>
            </a:r>
          </a:p>
          <a:p>
            <a:r>
              <a:rPr lang="en-US" dirty="0"/>
              <a:t>User sends a question</a:t>
            </a:r>
          </a:p>
          <a:p>
            <a:r>
              <a:rPr lang="en-US" dirty="0"/>
              <a:t>OpenSearch retrieves relevant chunks</a:t>
            </a:r>
          </a:p>
          <a:p>
            <a:r>
              <a:rPr lang="en-US" dirty="0"/>
              <a:t>Bedrock generates the answer</a:t>
            </a:r>
          </a:p>
        </p:txBody>
      </p:sp>
    </p:spTree>
    <p:extLst>
      <p:ext uri="{BB962C8B-B14F-4D97-AF65-F5344CB8AC3E}">
        <p14:creationId xmlns:p14="http://schemas.microsoft.com/office/powerpoint/2010/main" val="33525865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57C11C-0272-A0B8-9469-D05504933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6358A-041E-C8EA-39CD-30FC98CA6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OpenSearch provides search and analytics</a:t>
            </a:r>
          </a:p>
          <a:p>
            <a:r>
              <a:rPr lang="en-US" dirty="0"/>
              <a:t>Can store vector embeddings</a:t>
            </a:r>
          </a:p>
          <a:p>
            <a:r>
              <a:rPr lang="en-US" dirty="0"/>
              <a:t>Semantic search means meaning</a:t>
            </a:r>
          </a:p>
          <a:p>
            <a:r>
              <a:rPr lang="en-US" dirty="0"/>
              <a:t>Hybrid search means keyword + vector</a:t>
            </a:r>
          </a:p>
          <a:p>
            <a:r>
              <a:rPr lang="en-US" dirty="0"/>
              <a:t>Serverless uses collections and OCUs</a:t>
            </a:r>
          </a:p>
          <a:p>
            <a:r>
              <a:rPr lang="en-US" dirty="0"/>
              <a:t>ANN supports scalable vector search</a:t>
            </a:r>
          </a:p>
          <a:p>
            <a:r>
              <a:rPr lang="en-US" dirty="0"/>
              <a:t>Useful for RAG with Amazon Bedrock</a:t>
            </a:r>
          </a:p>
        </p:txBody>
      </p:sp>
    </p:spTree>
    <p:extLst>
      <p:ext uri="{BB962C8B-B14F-4D97-AF65-F5344CB8AC3E}">
        <p14:creationId xmlns:p14="http://schemas.microsoft.com/office/powerpoint/2010/main" val="2660231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C21CC6-2F08-FEE1-9F28-DC50F53E3C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b="15746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63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283</Words>
  <Application>Microsoft Office PowerPoint</Application>
  <PresentationFormat>Widescreen</PresentationFormat>
  <Paragraphs>79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Amazon OpenSearch Service</vt:lpstr>
      <vt:lpstr>Content</vt:lpstr>
      <vt:lpstr>Amazon OpenSearch Service</vt:lpstr>
      <vt:lpstr>OpenSearch as a Vector Store</vt:lpstr>
      <vt:lpstr>Semantic Search vs Keyword Search</vt:lpstr>
      <vt:lpstr>Hybrid Search</vt:lpstr>
      <vt:lpstr>OpenSearch Serverless</vt:lpstr>
      <vt:lpstr>Vector Search Engines</vt:lpstr>
      <vt:lpstr>OpenSearch Performance and Sharding</vt:lpstr>
      <vt:lpstr>OpenSearch in a RAG Architecture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 Kumar Giri</dc:creator>
  <cp:lastModifiedBy>Raj Kumar Giri</cp:lastModifiedBy>
  <cp:revision>1</cp:revision>
  <dcterms:created xsi:type="dcterms:W3CDTF">2026-09-29T06:19:17Z</dcterms:created>
  <dcterms:modified xsi:type="dcterms:W3CDTF">2026-09-30T21:00:18Z</dcterms:modified>
</cp:coreProperties>
</file>